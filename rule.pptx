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79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A8F5C5-A771-159B-5C18-59B289D62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4F70399-C350-B994-13D7-446AB83A66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CBDDE5-9C96-D3B9-9AE2-859EEFCF6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8C8E-8CFE-4590-879A-7E3FEFECDF82}" type="datetimeFigureOut">
              <a:rPr kumimoji="1" lang="ja-JP" altLang="en-US" smtClean="0"/>
              <a:t>2025/10/29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B50EFD-C9EC-4600-C704-D95D679DB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10496A-526F-4E46-B798-CF480B4DF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FFDC-F54D-48C3-8982-2724F094AB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9946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8AAA09-C391-7758-2533-F3AA4E5B6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62E700-49C1-5F92-DD5B-CC7E7C79A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555A8DB-7B31-67D0-CD77-C52B5DC08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8C8E-8CFE-4590-879A-7E3FEFECDF82}" type="datetimeFigureOut">
              <a:rPr kumimoji="1" lang="ja-JP" altLang="en-US" smtClean="0"/>
              <a:t>2025/10/29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C646C7-2ABE-CE8A-F16C-8D6FB34F2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1697F9-6E41-E305-7C70-7F3A4F129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FFDC-F54D-48C3-8982-2724F094AB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9727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2F434A-688E-0EEE-FD85-BDAF6FFA3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1D4C32E-DD16-0C84-209B-69F3F45B1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F913FE-DDEB-8697-5CE4-F31778C51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8C8E-8CFE-4590-879A-7E3FEFECDF82}" type="datetimeFigureOut">
              <a:rPr kumimoji="1" lang="ja-JP" altLang="en-US" smtClean="0"/>
              <a:t>2025/10/29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6C66FA-DA2B-65F5-6C1E-D706BB0FB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78BD1F-CD8B-2CFB-B4BA-17D78881E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FFDC-F54D-48C3-8982-2724F094AB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6577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CC64C2-033B-8DAD-6DB4-858F347CD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BAF6CE8-BEE4-A48E-A38D-E6FD158429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DC3ABAA-B107-C0EB-09F6-A5C5EF5AC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EE5E3F0-0047-8AA1-AD12-7241F7750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8C8E-8CFE-4590-879A-7E3FEFECDF82}" type="datetimeFigureOut">
              <a:rPr kumimoji="1" lang="ja-JP" altLang="en-US" smtClean="0"/>
              <a:t>2025/10/29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8746A82-5DAD-1154-276C-D3E9FAFF2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E71765A-B972-7EA4-CD69-42C75E1A5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FFDC-F54D-48C3-8982-2724F094AB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1404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F2DE46-C1FC-4913-B3FF-C63AE0066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2B7972-EE17-F565-FDB4-6E2956316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68C1A43-E8FA-E292-DB30-E83269D76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4F1D4DD-2764-177F-9DF5-6D76388986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FE8E2F6-EC6C-1BC6-0474-E63CF46E04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9BCD1A1-360C-A737-D21B-B34B52965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8C8E-8CFE-4590-879A-7E3FEFECDF82}" type="datetimeFigureOut">
              <a:rPr kumimoji="1" lang="ja-JP" altLang="en-US" smtClean="0"/>
              <a:t>2025/10/29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C301E1E-A4A2-729A-79E5-62D4EFD2D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7938642-0B11-3984-9DDD-9477E4D51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FFDC-F54D-48C3-8982-2724F094AB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9004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015A7D-A810-E77F-F457-E6320064B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9C8C70D-6A44-9194-3957-1893F0825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8C8E-8CFE-4590-879A-7E3FEFECDF82}" type="datetimeFigureOut">
              <a:rPr kumimoji="1" lang="ja-JP" altLang="en-US" smtClean="0"/>
              <a:t>2025/10/29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15D3FA4-55A0-01B0-003D-AB8096AC4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9B82425-91C3-1A0E-343A-D807C6DD9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FFDC-F54D-48C3-8982-2724F094AB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8859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D2A06EC-FC62-E592-DAFA-5B7B6E1B4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8C8E-8CFE-4590-879A-7E3FEFECDF82}" type="datetimeFigureOut">
              <a:rPr kumimoji="1" lang="ja-JP" altLang="en-US" smtClean="0"/>
              <a:t>2025/10/29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E20ECAA-15CF-E8B2-BFF4-3FFF91444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E6EDA0C-A645-3803-97DC-B34420D64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FFDC-F54D-48C3-8982-2724F094AB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5493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1090C6-A454-6BE2-EC3A-4691A340F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8688D0-3B92-D97F-0FAE-B707CAE97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A1407AE-5129-5356-8C94-F26807E30F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318D386-34B4-6F50-8FF0-8222805A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8C8E-8CFE-4590-879A-7E3FEFECDF82}" type="datetimeFigureOut">
              <a:rPr kumimoji="1" lang="ja-JP" altLang="en-US" smtClean="0"/>
              <a:t>2025/10/29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0C78021-DA59-B74D-5BE1-4307DDA69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3AACC-88E9-DFB0-D0A3-CF92CE433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FFDC-F54D-48C3-8982-2724F094AB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372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547C88-C31F-79B6-FA5A-5152B8437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474EB68-A4B0-D7B7-9F6A-F006F4B512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71583F5-477A-AFB5-EC12-F0D591066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93CE39F-6B47-E3E0-E565-5E6B7D6DB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8C8E-8CFE-4590-879A-7E3FEFECDF82}" type="datetimeFigureOut">
              <a:rPr kumimoji="1" lang="ja-JP" altLang="en-US" smtClean="0"/>
              <a:t>2025/10/29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EA93B27-A24B-8C4D-935F-6E2D238F1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CC760A6-5DD6-EC87-6BFF-F8DEC8F18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FFDC-F54D-48C3-8982-2724F094AB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7853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888760-005C-7D4A-0B86-320382CBE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2E9ED23-D05C-55EA-EE37-6A3B3CA5B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9BA5BD-7AA5-F7BC-AC9E-19FABC7AE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8C8E-8CFE-4590-879A-7E3FEFECDF82}" type="datetimeFigureOut">
              <a:rPr kumimoji="1" lang="ja-JP" altLang="en-US" smtClean="0"/>
              <a:t>2025/10/29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665569-BFCC-DA30-1E28-2B0844A08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1FEAAE-72D1-0EDD-9767-9C93A93E3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FFDC-F54D-48C3-8982-2724F094AB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5788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5AB1775-F950-7D70-2A40-91F1B2636F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E66E840-5E07-6C75-1B61-F39895F8D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F2ABE2-749F-F39C-F9BA-BFA181A0C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8C8E-8CFE-4590-879A-7E3FEFECDF82}" type="datetimeFigureOut">
              <a:rPr kumimoji="1" lang="ja-JP" altLang="en-US" smtClean="0"/>
              <a:t>2025/10/29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431F49-2E1C-72EF-F4FF-B81ED4167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303710-CF96-3431-2AFE-1BD7B811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5FFDC-F54D-48C3-8982-2724F094AB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3684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F556977-8AE8-7A73-BB1E-8CC02D4BB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E784732-AD3F-1A19-670C-EDCE3F190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7DB997-0B7C-9156-52CB-83D777139D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1C8C8E-8CFE-4590-879A-7E3FEFECDF82}" type="datetimeFigureOut">
              <a:rPr kumimoji="1" lang="ja-JP" altLang="en-US" smtClean="0"/>
              <a:t>2025/10/29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417B39F-5823-EF20-43D6-9607B9813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2FDBD9-574B-8416-73FC-CBF3BA57A3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55FFDC-F54D-48C3-8982-2724F094AB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3332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55E49B1-85A0-5030-0C35-DB3F0F7B0B02}"/>
              </a:ext>
            </a:extLst>
          </p:cNvPr>
          <p:cNvSpPr txBox="1"/>
          <p:nvPr/>
        </p:nvSpPr>
        <p:spPr>
          <a:xfrm>
            <a:off x="150920" y="150920"/>
            <a:ext cx="20665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dirty="0"/>
              <a:t>Autodesk</a:t>
            </a:r>
            <a:endParaRPr kumimoji="1" lang="ja-JP" altLang="en-US" sz="3200" b="1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B06B6D8-26CA-E6A2-F626-E839A2D6DCAF}"/>
              </a:ext>
            </a:extLst>
          </p:cNvPr>
          <p:cNvSpPr txBox="1"/>
          <p:nvPr/>
        </p:nvSpPr>
        <p:spPr>
          <a:xfrm>
            <a:off x="980661" y="1855304"/>
            <a:ext cx="7614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https://www.autodesk.com/company/terms-of-use/jp/general-terms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60B73E3-E550-045E-6CFC-A72DA2F92BC6}"/>
              </a:ext>
            </a:extLst>
          </p:cNvPr>
          <p:cNvSpPr txBox="1"/>
          <p:nvPr/>
        </p:nvSpPr>
        <p:spPr>
          <a:xfrm>
            <a:off x="1086678" y="2743200"/>
            <a:ext cx="10751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https://www.autodesk.com/company/legal-notices-trademarks/access-use/subscription-offerings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90114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8BD54-AE4A-AF34-08C5-F803F84A6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BFFF017-53FB-877E-64E8-1C1D25F38BA4}"/>
              </a:ext>
            </a:extLst>
          </p:cNvPr>
          <p:cNvSpPr txBox="1"/>
          <p:nvPr/>
        </p:nvSpPr>
        <p:spPr>
          <a:xfrm>
            <a:off x="150920" y="150920"/>
            <a:ext cx="21339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dirty="0"/>
              <a:t>SketchUp</a:t>
            </a:r>
            <a:endParaRPr kumimoji="1" lang="ja-JP" altLang="en-US" sz="3200" b="1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F17B71A-E55C-EE8F-9FF4-8C44420AD69C}"/>
              </a:ext>
            </a:extLst>
          </p:cNvPr>
          <p:cNvSpPr txBox="1"/>
          <p:nvPr/>
        </p:nvSpPr>
        <p:spPr>
          <a:xfrm>
            <a:off x="596348" y="1643270"/>
            <a:ext cx="5679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https://www.alphacox.com/company/subscription/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E0E89EC-9577-A2F5-3DCE-9B41D53A39A4}"/>
              </a:ext>
            </a:extLst>
          </p:cNvPr>
          <p:cNvSpPr txBox="1"/>
          <p:nvPr/>
        </p:nvSpPr>
        <p:spPr>
          <a:xfrm>
            <a:off x="596348" y="2246244"/>
            <a:ext cx="6237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https://www.trimble.com/en/legal/offering-terms/terms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64F9968-3886-7A75-D88E-8270D3E58C9F}"/>
              </a:ext>
            </a:extLst>
          </p:cNvPr>
          <p:cNvSpPr txBox="1"/>
          <p:nvPr/>
        </p:nvSpPr>
        <p:spPr>
          <a:xfrm>
            <a:off x="596348" y="2849218"/>
            <a:ext cx="778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https://www.trimble.com/en/legal/offering-terms/supplemental-terms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7074569-927A-DE84-35B5-A09E334DACE9}"/>
              </a:ext>
            </a:extLst>
          </p:cNvPr>
          <p:cNvSpPr txBox="1"/>
          <p:nvPr/>
        </p:nvSpPr>
        <p:spPr>
          <a:xfrm>
            <a:off x="596348" y="3697357"/>
            <a:ext cx="41440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dirty="0" err="1"/>
              <a:t>Undet</a:t>
            </a:r>
            <a:r>
              <a:rPr lang="en-US" altLang="ja-JP" sz="3200" b="1" dirty="0"/>
              <a:t> for SketchUp</a:t>
            </a:r>
            <a:endParaRPr kumimoji="1" lang="ja-JP" altLang="en-US" sz="3200" b="1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70770C1-361B-7756-E610-B38FC4685E58}"/>
              </a:ext>
            </a:extLst>
          </p:cNvPr>
          <p:cNvSpPr txBox="1"/>
          <p:nvPr/>
        </p:nvSpPr>
        <p:spPr>
          <a:xfrm>
            <a:off x="1325217" y="4837043"/>
            <a:ext cx="7279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https://www.undet.com/privacy-policy/?utm_source=chatgpt.com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303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3DAA5-0CA1-3051-05B5-8576B9C86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E446800-FC30-CA90-3F2C-2B0C80E91542}"/>
              </a:ext>
            </a:extLst>
          </p:cNvPr>
          <p:cNvSpPr txBox="1"/>
          <p:nvPr/>
        </p:nvSpPr>
        <p:spPr>
          <a:xfrm>
            <a:off x="150920" y="150920"/>
            <a:ext cx="16033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dirty="0"/>
              <a:t>SCENE</a:t>
            </a:r>
            <a:endParaRPr kumimoji="1" lang="ja-JP" altLang="en-US" sz="3200" b="1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F4ACB98-9DC1-72A4-DC6B-95EFF4223FFE}"/>
              </a:ext>
            </a:extLst>
          </p:cNvPr>
          <p:cNvSpPr txBox="1"/>
          <p:nvPr/>
        </p:nvSpPr>
        <p:spPr>
          <a:xfrm>
            <a:off x="450575" y="1060175"/>
            <a:ext cx="10001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https://ja-knowledge.faro.com/Essentials/Software/Licensing_Options_for_FARO_Software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88858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116</Words>
  <Application>Microsoft Office PowerPoint</Application>
  <PresentationFormat>ワイド画面</PresentationFormat>
  <Paragraphs>11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OPLO</dc:creator>
  <cp:lastModifiedBy>OPLO</cp:lastModifiedBy>
  <cp:revision>1</cp:revision>
  <dcterms:created xsi:type="dcterms:W3CDTF">2025-10-28T21:31:02Z</dcterms:created>
  <dcterms:modified xsi:type="dcterms:W3CDTF">2025-10-28T22:15:56Z</dcterms:modified>
</cp:coreProperties>
</file>