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2F2F"/>
    <a:srgbClr val="1F1F1F"/>
    <a:srgbClr val="CCCCCC"/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35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EBDA83-B74A-84E1-3A08-AADC9E461A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EA0CB6C-F34D-5B18-8C65-4D505DBFC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1F594A-C879-55CA-8660-F08819DF2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93A54-3637-4FEF-B164-A6B925F817C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1D8AC4-8767-BFB0-2D7C-B9E3F2018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7DC63B-C718-A225-E959-8DC36537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B0AD-26F7-42A0-90DC-5B8D0905D2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4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47D691-E230-8FA9-B098-C5145F656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6FBC45-59E0-BB81-E63C-15B5A0ED3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078D5E-E413-473E-1561-E67C6809D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93A54-3637-4FEF-B164-A6B925F817C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81AD25-4C38-DC53-564D-82150213C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38762A-B5D5-E33E-9D7F-D5126BF46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B0AD-26F7-42A0-90DC-5B8D0905D2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9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105754-0A66-6DBF-DD94-5400763F7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285DDC-FA05-8285-ADFD-411345278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0FBDEA-EC90-3548-80CA-C8111BF83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93A54-3637-4FEF-B164-A6B925F817C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3D4C1C-BC02-5FDA-12C8-1C6BA03A1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B52EDD-65D0-FE10-5A6E-11E9AD42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B0AD-26F7-42A0-90DC-5B8D0905D2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10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D5DCC8-141C-DB43-C7E2-329B0A59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80FCC4-8A11-D246-5EF8-08F009453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27DFE02-0FC2-C381-30EA-8E5137712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FC1C28-D2D4-43E1-5D66-D486B7157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93A54-3637-4FEF-B164-A6B925F817C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88D0D51-93C5-27B5-E245-232ED33C1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EB7F08-1AB9-EF1E-97F6-EAD727730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B0AD-26F7-42A0-90DC-5B8D0905D2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1946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4C018E-5D14-F974-A547-843AA0EBF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1DACDCE-C455-A3E3-8618-621DC66E0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0E8344D-3489-90B6-4141-3803F46BA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ED65FCE-5283-D165-97FD-55C34CE5A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0DFA2FB-DDAC-A9F3-FCA7-193F4F9849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44E16C2-3D3A-941D-816A-FB9D6590E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93A54-3637-4FEF-B164-A6B925F817C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3E9163B-F11A-2DAD-DC01-E8A4C6E3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425EA1D-8FFE-6126-7529-2E6EACD3E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B0AD-26F7-42A0-90DC-5B8D0905D2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5577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8BE224-252C-0EC2-EAD0-B885313ED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EC41982-B339-43FF-8C6C-9169D509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93A54-3637-4FEF-B164-A6B925F817C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888F0D7-2C01-92F0-A1D9-2A5CC6734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B85A16-0B70-7055-FDE5-24E999061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B0AD-26F7-42A0-90DC-5B8D0905D2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11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C62BEED-D43B-FDB2-017E-E914F77DE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93A54-3637-4FEF-B164-A6B925F817C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2CF6B3C-BFCF-1A66-7BE8-751CEA0A2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998DE8-2DCE-DE2A-C55C-07208D58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B0AD-26F7-42A0-90DC-5B8D0905D2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8537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4F39F9-D1A6-A66F-D07E-8AEBD4653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A89B75-0285-BB5B-6681-A519245F6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DB479FA-CB0B-328B-FEF8-4364694AD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4010A9-B532-95AF-A8CF-A19F687A7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93A54-3637-4FEF-B164-A6B925F817C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784A16-AE40-11B4-40DF-968BA26CB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810FA24-830E-F94B-B446-9B160D6A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B0AD-26F7-42A0-90DC-5B8D0905D2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9253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B19A52-86A9-5897-669A-0B138A8BE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7D7AE13-E30A-8AEB-266B-ED2A23AFA3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97EBBC-941C-6256-DB75-68509178D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4D5473-B05E-620B-117E-8919D70BF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93A54-3637-4FEF-B164-A6B925F817C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21ADD55-E787-5233-05A6-9F53AF8E4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4D81F6-3742-34B5-EDF0-D0DA9AE41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B0AD-26F7-42A0-90DC-5B8D0905D2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6534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38B2CE-3E0E-B64D-22EA-A410357EA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3A7FB5E-86F5-390A-B115-FA79F600A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8B05B0-4F0D-6891-CF7E-D26E4A291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93A54-3637-4FEF-B164-A6B925F817C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17C12F-FDFD-3A2F-46DA-5C393F0DC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AA74F3-9FC9-4A07-4325-AE4F3C659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B0AD-26F7-42A0-90DC-5B8D0905D2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116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DD6BD3F-DBD2-93DF-7D70-29A8E6441D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5B00DB-0F4F-D581-82F2-484FAA9FA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93BE3F-B297-49F4-3A49-D6BAC1592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93A54-3637-4FEF-B164-A6B925F817C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D4D2A2-A2AF-DCFA-1FE7-C0303713B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38F555-B2B1-928C-2ED6-27B91D8C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5B0AD-26F7-42A0-90DC-5B8D0905D2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0422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D46BE58-B500-B23C-7FD2-9F5CBF455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3EADBC-910C-BD45-B306-DA2BF905C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5A1BF4-0E2F-2FAA-4039-6355A57DE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93A54-3637-4FEF-B164-A6B925F817CE}" type="datetimeFigureOut">
              <a:rPr kumimoji="1" lang="ja-JP" altLang="en-US" smtClean="0"/>
              <a:t>2025/11/8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2F16CD-8B2B-96A5-5305-102F0DE47B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00D6EB-9B53-FD5C-BC19-439C409AF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5B0AD-26F7-42A0-90DC-5B8D0905D27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0649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684A3F8-BAF4-F793-19FD-97A39FB2D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41" y="0"/>
            <a:ext cx="11800318" cy="6858000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09E4D6F-A605-5814-19B7-66CDB41C46EB}"/>
              </a:ext>
            </a:extLst>
          </p:cNvPr>
          <p:cNvSpPr/>
          <p:nvPr/>
        </p:nvSpPr>
        <p:spPr>
          <a:xfrm>
            <a:off x="-435006" y="1660124"/>
            <a:ext cx="914400" cy="914400"/>
          </a:xfrm>
          <a:prstGeom prst="rect">
            <a:avLst/>
          </a:prstGeom>
          <a:solidFill>
            <a:srgbClr val="1818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E27ED25-CC8D-EC28-DCDE-F945F8D52620}"/>
              </a:ext>
            </a:extLst>
          </p:cNvPr>
          <p:cNvSpPr/>
          <p:nvPr/>
        </p:nvSpPr>
        <p:spPr>
          <a:xfrm>
            <a:off x="-397785" y="5330165"/>
            <a:ext cx="914400" cy="914400"/>
          </a:xfrm>
          <a:prstGeom prst="rect">
            <a:avLst/>
          </a:prstGeom>
          <a:solidFill>
            <a:srgbClr val="CC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1835E45-C5CD-3442-5F2E-6A59CF57BEA5}"/>
              </a:ext>
            </a:extLst>
          </p:cNvPr>
          <p:cNvSpPr/>
          <p:nvPr/>
        </p:nvSpPr>
        <p:spPr>
          <a:xfrm>
            <a:off x="-435006" y="2828005"/>
            <a:ext cx="914400" cy="914400"/>
          </a:xfrm>
          <a:prstGeom prst="rect">
            <a:avLst/>
          </a:prstGeom>
          <a:solidFill>
            <a:srgbClr val="1F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C2D1546-386F-723D-A52C-710CAAEC6B0D}"/>
              </a:ext>
            </a:extLst>
          </p:cNvPr>
          <p:cNvSpPr/>
          <p:nvPr/>
        </p:nvSpPr>
        <p:spPr>
          <a:xfrm>
            <a:off x="-397785" y="4079085"/>
            <a:ext cx="914400" cy="914400"/>
          </a:xfrm>
          <a:prstGeom prst="rect">
            <a:avLst/>
          </a:prstGeom>
          <a:solidFill>
            <a:srgbClr val="2F2F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6947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OPLO</dc:creator>
  <cp:lastModifiedBy>OPLO</cp:lastModifiedBy>
  <cp:revision>1</cp:revision>
  <dcterms:created xsi:type="dcterms:W3CDTF">2025-11-09T14:05:10Z</dcterms:created>
  <dcterms:modified xsi:type="dcterms:W3CDTF">2025-11-09T14:05:32Z</dcterms:modified>
</cp:coreProperties>
</file>