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D55792-70E1-3AE1-8F30-E6381B45C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36CC50D-DAFF-DB28-5179-2CFA20C29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2DD59E-980A-273F-5421-BE8BA922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B9AE21-53EF-5CC4-6F4F-1F853AC7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C3D7F0-9217-E0AA-A37E-A7559924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04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680CA3-C4FC-CB1F-4794-FBE124BE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9C89E5-27D2-7A3D-3D6B-D08910477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421B97-D92F-4D76-8D59-7E815026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179715-6681-1013-D6C5-7A6033BE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298FCA-F927-7548-8A3E-50546B9E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2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C58AE6-5939-1E66-6FF2-50E3F4EB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B36657-60D6-0A11-4CEB-1AE7F65CD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41081A-3BB7-F94B-D25D-0F5965C1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B88FB5-2BDC-A1F4-51A3-BBDB45517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B21F4-10A3-E96B-E902-8C8EED18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315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58380-5EF0-8F2D-C0EF-3E13C99E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741561-8BB0-8814-214C-F04ECE5E4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7F707C-6AD7-FF9B-9006-28B8D8DBB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9B178-DBF3-607E-353A-3F8CE34D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5F63C1-6024-CA93-E7B5-9BEFC612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19AC72-F40A-7209-35AE-1279984F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22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E14BD-26E9-FC45-4626-9A07FEFB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FCC102-42FD-686A-387B-8262EBA97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C92FA1-6700-E866-6059-BE16DCAA9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DD0DBDB-6061-488D-B459-AECAD986C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76F7C0-01F3-5FEF-C54B-8E6931A0A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7D90DA-8B94-0A19-DB2E-3919F1E1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DCDFA59-13B4-7C31-90A3-3D9364551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1A9EFFE-A393-7550-7A63-419CE43F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1105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0AE374-625C-5053-B5E3-0147A5A1F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3F9312-4DEA-207C-453A-65624F46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99B5ADA-0D1C-6D70-54A8-FB88B528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4E415C-C985-0655-FD1A-746E557F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45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BA1F4F-66A8-B5A7-5FA4-980EDC71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D97267-165F-4B5E-3C9F-AFF227F1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13929FB-4FE0-F351-62E2-150173BC0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30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09AA6-2816-4EA1-D01A-D9EFB6037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B59061-BDC2-1A6D-251B-73F604948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03ACFD-1BDD-EBBF-0B3D-5185378EF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20CA47-01F1-0E97-437D-D52545DF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726114-A4C5-B5D5-245F-4F955CAA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7D1AD9-699B-B8F4-0DB0-7D490FC0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57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EED1C9-0979-3EFC-E181-60A957330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5A0A276-7C09-69B6-98A7-5EF0B38EF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B4D40B-C55D-9DE2-FDD7-C1AC9D692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2533A3-6023-9382-0930-0D7A75A0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B00468-558D-5D6C-8A3D-84ED01A8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BB7819-7304-AC37-A0DE-175F651F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195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C153DD-6243-F990-4229-1B7AD6FA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08CBCB-5EB6-A630-9F82-A81B7DE67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ABE288-9E80-2BA0-6860-B9CFA499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871DAF-776F-DB44-3211-8EE00667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9429CA-AFF2-A052-5182-D2194F6C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857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A1AD378-742C-9698-9DDF-9295ACAF1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D2BA6C-D6C4-5455-6850-D8A164DBA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7B698E-0728-5485-2026-D5F5061E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719961-A005-937B-51C1-9DC6AF0E2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D403B5-7105-D30F-B668-2079A12E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34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987B4F-CFB9-3E74-5840-F2A3FDCD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1C796D-9B9E-F8FD-A118-B64373065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18E7AD-FBE1-1298-C26D-C5863D716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831FC-8599-42CD-BBE7-172B1CC5E410}" type="datetimeFigureOut">
              <a:rPr kumimoji="1" lang="ja-JP" altLang="en-US" smtClean="0"/>
              <a:t>2025/10/27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C9358C-E518-CC9D-CD6C-388ECE4AF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CCD4FB-1957-807E-2213-A1D6BBE83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1F18C-53BC-4D3B-B2E4-6966193611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887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49B462C-4DD2-A83F-639E-64ED62E442D3}"/>
              </a:ext>
            </a:extLst>
          </p:cNvPr>
          <p:cNvGrpSpPr/>
          <p:nvPr/>
        </p:nvGrpSpPr>
        <p:grpSpPr>
          <a:xfrm>
            <a:off x="5180640" y="1108441"/>
            <a:ext cx="2453529" cy="1754326"/>
            <a:chOff x="962267" y="585927"/>
            <a:chExt cx="2453529" cy="1754326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5E5890B-B6C5-1BC3-46D3-879AAAD3B466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/>
                <a:t>きくけこ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75250CC-4216-48C5-F94B-6156B55D7256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565B5728-69E5-23FA-40E5-464757485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19798"/>
              <a:ext cx="209586" cy="209586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487E8810-DE37-5A3D-7152-760742B4B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9573BE3D-5459-2DE5-3EF9-258B9AAE5EE3}"/>
              </a:ext>
            </a:extLst>
          </p:cNvPr>
          <p:cNvGrpSpPr/>
          <p:nvPr/>
        </p:nvGrpSpPr>
        <p:grpSpPr>
          <a:xfrm>
            <a:off x="962267" y="1108441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DEA17DA5-AA71-C61D-1C9B-02E25AE21CBB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C0B17A59-E61E-DB67-8C23-A1B10BE0CC8A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</a:t>
                </a:r>
                <a:r>
                  <a:rPr lang="ja-JP" altLang="en-US" dirty="0"/>
                  <a:t>きくけこ</a:t>
                </a:r>
                <a:endParaRPr lang="en-US" altLang="ja-JP" dirty="0"/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52D27A61-4A21-1A3E-7A81-4A6CEFC7CA43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start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14640B77-746F-012E-A537-FF047794A9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ADB1C267-73BB-C3A5-1C44-060201C23D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F151EB9B-AF6D-488B-F9C1-D61AD2D24F5F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48DA0DBB-FA19-C283-2D4D-AAD1B04F6C7B}"/>
              </a:ext>
            </a:extLst>
          </p:cNvPr>
          <p:cNvGrpSpPr/>
          <p:nvPr/>
        </p:nvGrpSpPr>
        <p:grpSpPr>
          <a:xfrm>
            <a:off x="962267" y="3080763"/>
            <a:ext cx="3331504" cy="1477328"/>
            <a:chOff x="962267" y="2558249"/>
            <a:chExt cx="3331504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ABE0E23D-CC05-879A-213C-83BB4C63D9EA}"/>
                </a:ext>
              </a:extLst>
            </p:cNvPr>
            <p:cNvGrpSpPr/>
            <p:nvPr/>
          </p:nvGrpSpPr>
          <p:grpSpPr>
            <a:xfrm>
              <a:off x="962267" y="2558249"/>
              <a:ext cx="2482383" cy="1477328"/>
              <a:chOff x="962267" y="2558249"/>
              <a:chExt cx="2482383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3A5D3DF-763F-B115-02AD-EAFD3967FC80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795B172-37FE-17C1-E783-24627FF159B0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2808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DC0D8098-AC5E-3D84-062B-205AAD9D8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DA886148-5203-CC69-558A-75F7B4E2F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DBCF83CA-898D-2D4E-3661-58FE6EF69146}"/>
                </a:ext>
              </a:extLst>
            </p:cNvPr>
            <p:cNvSpPr txBox="1"/>
            <p:nvPr/>
          </p:nvSpPr>
          <p:spPr>
            <a:xfrm>
              <a:off x="3594541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5DB1237F-D092-418B-07E7-20D0B39E95CA}"/>
              </a:ext>
            </a:extLst>
          </p:cNvPr>
          <p:cNvGrpSpPr/>
          <p:nvPr/>
        </p:nvGrpSpPr>
        <p:grpSpPr>
          <a:xfrm>
            <a:off x="962267" y="4971253"/>
            <a:ext cx="3331504" cy="1477328"/>
            <a:chOff x="962267" y="4448739"/>
            <a:chExt cx="3331504" cy="1477328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D890977-0867-F5F0-534F-168A2554BB5A}"/>
                </a:ext>
              </a:extLst>
            </p:cNvPr>
            <p:cNvGrpSpPr/>
            <p:nvPr/>
          </p:nvGrpSpPr>
          <p:grpSpPr>
            <a:xfrm>
              <a:off x="962267" y="4448739"/>
              <a:ext cx="2482383" cy="1477328"/>
              <a:chOff x="962267" y="2558249"/>
              <a:chExt cx="2482383" cy="1477328"/>
            </a:xfrm>
          </p:grpSpPr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EA98E03-88D6-5BC8-9910-98B290816FB0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ADFCE6C-CEE4-5B87-8E6D-E64BC8976F17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2808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617F4F4D-5A56-D264-51A2-ACD7C8D0F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73DA3C7C-D8DE-8AAF-913A-EB37C4C8C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DBEFF250-789B-19FC-CBB7-2313E1B868B9}"/>
                </a:ext>
              </a:extLst>
            </p:cNvPr>
            <p:cNvSpPr txBox="1"/>
            <p:nvPr/>
          </p:nvSpPr>
          <p:spPr>
            <a:xfrm>
              <a:off x="3594541" y="444873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70E3BC1D-9153-6380-4519-41DBF05080DB}"/>
              </a:ext>
            </a:extLst>
          </p:cNvPr>
          <p:cNvGrpSpPr/>
          <p:nvPr/>
        </p:nvGrpSpPr>
        <p:grpSpPr>
          <a:xfrm>
            <a:off x="5180640" y="3074351"/>
            <a:ext cx="2453529" cy="1754326"/>
            <a:chOff x="962267" y="585927"/>
            <a:chExt cx="2453529" cy="1754326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4087D8D4-B965-15B6-983D-571CF757C3CA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endParaRPr lang="en-US" altLang="ja-JP" dirty="0">
                <a:solidFill>
                  <a:srgbClr val="FF0000"/>
                </a:solidFill>
              </a:endParaRPr>
            </a:p>
            <a:p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2CF4B3B0-7C20-29FC-9ECC-A1F994C96964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5E4B644B-7520-0A25-A823-12B36089A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19798"/>
              <a:ext cx="209586" cy="209586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746F476F-1625-A21C-67AF-ED39AF6DB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326B331D-2E9D-EC7C-2C84-78905B63E585}"/>
              </a:ext>
            </a:extLst>
          </p:cNvPr>
          <p:cNvGrpSpPr/>
          <p:nvPr/>
        </p:nvGrpSpPr>
        <p:grpSpPr>
          <a:xfrm>
            <a:off x="5180640" y="4971253"/>
            <a:ext cx="2453529" cy="1200329"/>
            <a:chOff x="962267" y="585927"/>
            <a:chExt cx="2453529" cy="1200329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6A5CDFD9-B136-9CA0-B8B4-F17C89132B97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endParaRPr lang="en-US" altLang="ja-JP" dirty="0">
                <a:solidFill>
                  <a:srgbClr val="FF0000"/>
                </a:solidFill>
              </a:endParaRPr>
            </a:p>
            <a:p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63679B54-4925-47A0-35F4-9C774A0CEE41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05A08EF1-ADD6-A46A-9905-A31E5A4F6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19798"/>
              <a:ext cx="209586" cy="209586"/>
            </a:xfrm>
            <a:prstGeom prst="rect">
              <a:avLst/>
            </a:prstGeom>
          </p:spPr>
        </p:pic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339DAC81-B654-FF8A-932A-4B2C0EC05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503599"/>
              <a:ext cx="209586" cy="209586"/>
            </a:xfrm>
            <a:prstGeom prst="rect">
              <a:avLst/>
            </a:prstGeom>
          </p:spPr>
        </p:pic>
      </p:grp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BC3AA863-C980-E8CA-04F3-1282BE7AB8B8}"/>
              </a:ext>
            </a:extLst>
          </p:cNvPr>
          <p:cNvCxnSpPr>
            <a:cxnSpLocks/>
          </p:cNvCxnSpPr>
          <p:nvPr/>
        </p:nvCxnSpPr>
        <p:spPr>
          <a:xfrm flipV="1">
            <a:off x="4389834" y="5955498"/>
            <a:ext cx="2339220" cy="28408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42448314-6238-4DD9-EA96-369B7C4A903D}"/>
              </a:ext>
            </a:extLst>
          </p:cNvPr>
          <p:cNvCxnSpPr>
            <a:cxnSpLocks/>
          </p:cNvCxnSpPr>
          <p:nvPr/>
        </p:nvCxnSpPr>
        <p:spPr>
          <a:xfrm>
            <a:off x="4389834" y="5395806"/>
            <a:ext cx="2339220" cy="31411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F18D0BB4-8522-E271-D390-B0D4CB2C5A1F}"/>
              </a:ext>
            </a:extLst>
          </p:cNvPr>
          <p:cNvCxnSpPr>
            <a:cxnSpLocks/>
          </p:cNvCxnSpPr>
          <p:nvPr/>
        </p:nvCxnSpPr>
        <p:spPr>
          <a:xfrm>
            <a:off x="4293771" y="4378751"/>
            <a:ext cx="2508245" cy="23725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D1D53671-47CC-E750-8FA6-8D603ADE4032}"/>
              </a:ext>
            </a:extLst>
          </p:cNvPr>
          <p:cNvCxnSpPr>
            <a:cxnSpLocks/>
          </p:cNvCxnSpPr>
          <p:nvPr/>
        </p:nvCxnSpPr>
        <p:spPr>
          <a:xfrm>
            <a:off x="4426694" y="3523560"/>
            <a:ext cx="2375082" cy="28945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8ED196B-EEEB-3AAD-C4EF-32FAD166E7F4}"/>
              </a:ext>
            </a:extLst>
          </p:cNvPr>
          <p:cNvCxnSpPr>
            <a:cxnSpLocks/>
          </p:cNvCxnSpPr>
          <p:nvPr/>
        </p:nvCxnSpPr>
        <p:spPr>
          <a:xfrm>
            <a:off x="4389834" y="1518715"/>
            <a:ext cx="2375082" cy="28945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0C4F77FC-4C28-645D-4F0A-69836E91E7B8}"/>
              </a:ext>
            </a:extLst>
          </p:cNvPr>
          <p:cNvCxnSpPr>
            <a:cxnSpLocks/>
          </p:cNvCxnSpPr>
          <p:nvPr/>
        </p:nvCxnSpPr>
        <p:spPr>
          <a:xfrm>
            <a:off x="4389834" y="2391448"/>
            <a:ext cx="2375082" cy="28945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B804FA-9E1C-F71D-5139-68DF436F6387}"/>
              </a:ext>
            </a:extLst>
          </p:cNvPr>
          <p:cNvSpPr txBox="1"/>
          <p:nvPr/>
        </p:nvSpPr>
        <p:spPr>
          <a:xfrm>
            <a:off x="196673" y="101014"/>
            <a:ext cx="153118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Enter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0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1475-D331-E9EB-BB1A-A8DC5C29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A24EB446-5C9D-C739-BC39-BC12B74FB296}"/>
              </a:ext>
            </a:extLst>
          </p:cNvPr>
          <p:cNvGrpSpPr/>
          <p:nvPr/>
        </p:nvGrpSpPr>
        <p:grpSpPr>
          <a:xfrm>
            <a:off x="962267" y="4952591"/>
            <a:ext cx="3331504" cy="1477328"/>
            <a:chOff x="962267" y="4448739"/>
            <a:chExt cx="3331504" cy="1477328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294E9A80-8E76-5A7B-46A4-E990A289FD05}"/>
                </a:ext>
              </a:extLst>
            </p:cNvPr>
            <p:cNvGrpSpPr/>
            <p:nvPr/>
          </p:nvGrpSpPr>
          <p:grpSpPr>
            <a:xfrm>
              <a:off x="962267" y="4448739"/>
              <a:ext cx="2466353" cy="1477328"/>
              <a:chOff x="962267" y="2558249"/>
              <a:chExt cx="2466353" cy="1477328"/>
            </a:xfrm>
          </p:grpSpPr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1AC4916-A10E-9C82-F3B6-17168969A562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E9A398-92B5-4940-3971-DEF723064545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19A296A0-B0DE-FA12-E9AA-81445E9096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69D565AA-8E61-2EF6-B2DC-CB54F92753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0A276BC-544F-F63F-617E-972CFF86D4D0}"/>
                </a:ext>
              </a:extLst>
            </p:cNvPr>
            <p:cNvSpPr txBox="1"/>
            <p:nvPr/>
          </p:nvSpPr>
          <p:spPr>
            <a:xfrm>
              <a:off x="3594541" y="444873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79C42C8-1E74-0AF0-A98F-C49DC2CCB03D}"/>
              </a:ext>
            </a:extLst>
          </p:cNvPr>
          <p:cNvGrpSpPr/>
          <p:nvPr/>
        </p:nvGrpSpPr>
        <p:grpSpPr>
          <a:xfrm>
            <a:off x="962267" y="3062101"/>
            <a:ext cx="3331504" cy="1477328"/>
            <a:chOff x="962267" y="2558249"/>
            <a:chExt cx="3331504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88674794-2B91-83A9-038C-C1AF02F1AB2E}"/>
                </a:ext>
              </a:extLst>
            </p:cNvPr>
            <p:cNvGrpSpPr/>
            <p:nvPr/>
          </p:nvGrpSpPr>
          <p:grpSpPr>
            <a:xfrm>
              <a:off x="962267" y="2558249"/>
              <a:ext cx="2573754" cy="1477328"/>
              <a:chOff x="962267" y="2558249"/>
              <a:chExt cx="2573754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7FC34CF-138A-A2A2-97B4-77540A669D19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く</a:t>
                </a:r>
                <a:r>
                  <a:rPr lang="ja-JP" altLang="en-US" dirty="0"/>
                  <a:t>けこ</a:t>
                </a:r>
                <a:endParaRPr lang="en-US" altLang="ja-JP" dirty="0"/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F032BC4-9C9B-F4F0-EB65-1BEB1444481A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81945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inside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742E943F-7CB8-294D-8453-673D2AD0F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4CD89385-72FF-025D-9DF7-D59BA8F89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61E24FF9-593B-FABF-8163-2F0652DBBEC7}"/>
                </a:ext>
              </a:extLst>
            </p:cNvPr>
            <p:cNvSpPr txBox="1"/>
            <p:nvPr/>
          </p:nvSpPr>
          <p:spPr>
            <a:xfrm>
              <a:off x="3594541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60388CF-D4BC-ED60-81F2-AE1AEB039917}"/>
              </a:ext>
            </a:extLst>
          </p:cNvPr>
          <p:cNvGrpSpPr/>
          <p:nvPr/>
        </p:nvGrpSpPr>
        <p:grpSpPr>
          <a:xfrm>
            <a:off x="962267" y="1089779"/>
            <a:ext cx="3332936" cy="1477328"/>
            <a:chOff x="962267" y="585927"/>
            <a:chExt cx="3332936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2C4FE2C4-60DE-D033-48E9-93043AFDD361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CDB498A3-07D0-E1E1-17A9-0BC9E2CC9F61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1DE25DB-BA8E-E0A2-809D-112F2E20F369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BB8ADB49-5250-83CF-8E2F-0B1F625C4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C99A74A3-5F5F-5AB3-2B8C-B2C96D2A7C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C42A9970-1DCF-0051-8943-02A52665FC64}"/>
                </a:ext>
              </a:extLst>
            </p:cNvPr>
            <p:cNvSpPr txBox="1"/>
            <p:nvPr/>
          </p:nvSpPr>
          <p:spPr>
            <a:xfrm>
              <a:off x="3595973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679DB8FC-4E4E-0D31-6118-0DF73F726784}"/>
              </a:ext>
            </a:extLst>
          </p:cNvPr>
          <p:cNvGrpSpPr/>
          <p:nvPr/>
        </p:nvGrpSpPr>
        <p:grpSpPr>
          <a:xfrm>
            <a:off x="5180640" y="1089779"/>
            <a:ext cx="2453529" cy="1754326"/>
            <a:chOff x="962267" y="585927"/>
            <a:chExt cx="2453529" cy="1754326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E901FBA9-0AD6-8824-2F7B-20A0F858B17E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endParaRPr lang="en-US" altLang="ja-JP" dirty="0"/>
            </a:p>
            <a:p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F04B4AD-782F-10FB-028C-C66EDA941133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D03EC50F-A265-15AE-3ABC-4469172AE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5710"/>
              <a:ext cx="209586" cy="209586"/>
            </a:xfrm>
            <a:prstGeom prst="rect">
              <a:avLst/>
            </a:prstGeom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C518C8AC-3375-F9DC-E6DE-31F05573A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AE6A93FF-B35F-FB1F-60A4-AD6FE7888790}"/>
              </a:ext>
            </a:extLst>
          </p:cNvPr>
          <p:cNvGrpSpPr/>
          <p:nvPr/>
        </p:nvGrpSpPr>
        <p:grpSpPr>
          <a:xfrm>
            <a:off x="5180640" y="3055689"/>
            <a:ext cx="2453529" cy="1754326"/>
            <a:chOff x="962267" y="585927"/>
            <a:chExt cx="2453529" cy="1754326"/>
          </a:xfrm>
        </p:grpSpPr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1A38E165-3A4B-4690-F557-69AFA41B65AB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</a:t>
              </a:r>
              <a:endParaRPr lang="en-US" altLang="ja-JP" dirty="0"/>
            </a:p>
            <a:p>
              <a:r>
                <a:rPr lang="ja-JP" altLang="en-US" dirty="0"/>
                <a:t>けこ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573A3288-BF91-27FD-214B-0520C0E871A4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369CDD2E-F26A-E030-FEB3-4344B4160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44588"/>
              <a:ext cx="209586" cy="209586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5E4F818C-229F-DE7E-FAB9-DA9BEC123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9537A34D-723C-B02D-B6EF-F9EDF94DAAD9}"/>
              </a:ext>
            </a:extLst>
          </p:cNvPr>
          <p:cNvGrpSpPr/>
          <p:nvPr/>
        </p:nvGrpSpPr>
        <p:grpSpPr>
          <a:xfrm>
            <a:off x="5180640" y="4952591"/>
            <a:ext cx="2453529" cy="1200329"/>
            <a:chOff x="962267" y="585927"/>
            <a:chExt cx="2453529" cy="1200329"/>
          </a:xfrm>
        </p:grpSpPr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CBC148F3-C2D3-CEEE-8C6D-9D7E4548E36B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endParaRPr lang="en-US" altLang="ja-JP" dirty="0"/>
            </a:p>
            <a:p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19CED852-5A36-08AE-37FE-1C16E00F7801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B3AF4923-CA72-F76E-A9C8-54541A566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26833"/>
              <a:ext cx="209586" cy="209586"/>
            </a:xfrm>
            <a:prstGeom prst="rect">
              <a:avLst/>
            </a:prstGeom>
          </p:spPr>
        </p:pic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81CBD455-ECED-55B3-A629-D20ED7E73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90465"/>
              <a:ext cx="209586" cy="209586"/>
            </a:xfrm>
            <a:prstGeom prst="rect">
              <a:avLst/>
            </a:prstGeom>
          </p:spPr>
        </p:pic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3A95BADC-B230-03D3-0C23-21BE6245C1CC}"/>
              </a:ext>
            </a:extLst>
          </p:cNvPr>
          <p:cNvCxnSpPr>
            <a:cxnSpLocks/>
          </p:cNvCxnSpPr>
          <p:nvPr/>
        </p:nvCxnSpPr>
        <p:spPr>
          <a:xfrm flipV="1">
            <a:off x="4462556" y="1538585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D670FDE-B519-2259-E4BD-6555D1A0380E}"/>
              </a:ext>
            </a:extLst>
          </p:cNvPr>
          <p:cNvCxnSpPr>
            <a:cxnSpLocks/>
          </p:cNvCxnSpPr>
          <p:nvPr/>
        </p:nvCxnSpPr>
        <p:spPr>
          <a:xfrm>
            <a:off x="4428366" y="2402921"/>
            <a:ext cx="2373410" cy="21336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A95C9EBE-1ADB-6121-FF2E-B526EC9D131B}"/>
              </a:ext>
            </a:extLst>
          </p:cNvPr>
          <p:cNvCxnSpPr>
            <a:cxnSpLocks/>
          </p:cNvCxnSpPr>
          <p:nvPr/>
        </p:nvCxnSpPr>
        <p:spPr>
          <a:xfrm flipV="1">
            <a:off x="4462556" y="3519045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048F6784-F482-7940-69D9-426FE34FA2C0}"/>
              </a:ext>
            </a:extLst>
          </p:cNvPr>
          <p:cNvCxnSpPr>
            <a:cxnSpLocks/>
          </p:cNvCxnSpPr>
          <p:nvPr/>
        </p:nvCxnSpPr>
        <p:spPr>
          <a:xfrm>
            <a:off x="4462556" y="4354373"/>
            <a:ext cx="2339220" cy="22782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FE05E8A-7314-0550-B10B-7DD79FC3A82C}"/>
              </a:ext>
            </a:extLst>
          </p:cNvPr>
          <p:cNvCxnSpPr>
            <a:cxnSpLocks/>
          </p:cNvCxnSpPr>
          <p:nvPr/>
        </p:nvCxnSpPr>
        <p:spPr>
          <a:xfrm flipV="1">
            <a:off x="4389834" y="5413536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148B882E-5CF8-3824-D9A6-F5C95084C075}"/>
              </a:ext>
            </a:extLst>
          </p:cNvPr>
          <p:cNvCxnSpPr>
            <a:cxnSpLocks/>
          </p:cNvCxnSpPr>
          <p:nvPr/>
        </p:nvCxnSpPr>
        <p:spPr>
          <a:xfrm flipV="1">
            <a:off x="4389834" y="5961922"/>
            <a:ext cx="2339220" cy="28408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5BB9453-C233-35C9-57AE-FE17BC307E6A}"/>
              </a:ext>
            </a:extLst>
          </p:cNvPr>
          <p:cNvSpPr txBox="1"/>
          <p:nvPr/>
        </p:nvSpPr>
        <p:spPr>
          <a:xfrm>
            <a:off x="196673" y="101014"/>
            <a:ext cx="153118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Enter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6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58A18-6EDC-CAC8-E39D-B862B5B70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0531F9F-559C-6C9A-17B6-CA0A75395753}"/>
              </a:ext>
            </a:extLst>
          </p:cNvPr>
          <p:cNvGrpSpPr/>
          <p:nvPr/>
        </p:nvGrpSpPr>
        <p:grpSpPr>
          <a:xfrm>
            <a:off x="962267" y="3099427"/>
            <a:ext cx="3371468" cy="1477328"/>
            <a:chOff x="962267" y="2558249"/>
            <a:chExt cx="3371468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95E3013-4D13-A478-8281-9090D05A192F}"/>
                </a:ext>
              </a:extLst>
            </p:cNvPr>
            <p:cNvGrpSpPr/>
            <p:nvPr/>
          </p:nvGrpSpPr>
          <p:grpSpPr>
            <a:xfrm>
              <a:off x="962267" y="2558249"/>
              <a:ext cx="2466353" cy="1477328"/>
              <a:chOff x="962267" y="2558249"/>
              <a:chExt cx="2466353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7EDBC1C-FA1B-3BA0-5D7A-C0A534EAC1B2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な</a:t>
                </a:r>
                <a:r>
                  <a:rPr lang="ja-JP" altLang="en-US" dirty="0"/>
                  <a:t>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B0682FB-5A34-0F41-300C-A76612B26E67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7E80ACA9-CEDC-DB86-CC6A-0F9009E08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7934BC74-73EE-7291-2D42-78FA061BC1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7FF8C8EA-E230-1098-52F9-52A83C62ADD3}"/>
                </a:ext>
              </a:extLst>
            </p:cNvPr>
            <p:cNvSpPr txBox="1"/>
            <p:nvPr/>
          </p:nvSpPr>
          <p:spPr>
            <a:xfrm>
              <a:off x="3634505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31A5B89B-EF70-9047-057E-473CA41D2304}"/>
              </a:ext>
            </a:extLst>
          </p:cNvPr>
          <p:cNvGrpSpPr/>
          <p:nvPr/>
        </p:nvGrpSpPr>
        <p:grpSpPr>
          <a:xfrm>
            <a:off x="962267" y="1127105"/>
            <a:ext cx="3371468" cy="1477328"/>
            <a:chOff x="962267" y="585927"/>
            <a:chExt cx="3371468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9558054F-7F26-71D9-79F3-4D2EE09F7361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A288C5BE-97E9-BEE3-50DA-20BDD12AE22A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な</a:t>
                </a:r>
                <a:r>
                  <a:rPr lang="ja-JP" altLang="en-US" dirty="0"/>
                  <a:t>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A313D05-6462-EBE0-D1FE-72324D685580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4BABBF3B-51A9-4A12-EC76-530F236E8B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49E013D1-1150-C36E-B1CA-3E62BFE77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7B811F8-5FCD-CEBD-AF3D-A94B25A83763}"/>
                </a:ext>
              </a:extLst>
            </p:cNvPr>
            <p:cNvSpPr txBox="1"/>
            <p:nvPr/>
          </p:nvSpPr>
          <p:spPr>
            <a:xfrm>
              <a:off x="3634505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570ADCC-1ED4-0A1B-7F90-5B14E1A18E49}"/>
              </a:ext>
            </a:extLst>
          </p:cNvPr>
          <p:cNvGrpSpPr/>
          <p:nvPr/>
        </p:nvGrpSpPr>
        <p:grpSpPr>
          <a:xfrm>
            <a:off x="5180640" y="1127105"/>
            <a:ext cx="2453529" cy="923330"/>
            <a:chOff x="962267" y="585927"/>
            <a:chExt cx="2453529" cy="923330"/>
          </a:xfrm>
        </p:grpSpPr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169B63B-316D-BBB1-765C-9B06A7BD9F1F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endParaRPr lang="en-US" altLang="ja-JP" dirty="0"/>
            </a:p>
            <a:p>
              <a:r>
                <a:rPr lang="ja-JP" altLang="en-US" dirty="0"/>
                <a:t>にぬねの</a:t>
              </a:r>
              <a:endParaRPr kumimoji="1" lang="ja-JP" altLang="en-US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53B4F63A-EBC9-FA13-DD68-B84A6D9CD0EF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43CBE2E6-ABD2-54CC-3088-6FB3801B3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5710"/>
              <a:ext cx="209586" cy="209586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3249C742-E3B6-C0F0-EB68-015EAD5BB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08646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192EE9D-54CA-FE71-1378-204242799A8A}"/>
              </a:ext>
            </a:extLst>
          </p:cNvPr>
          <p:cNvGrpSpPr/>
          <p:nvPr/>
        </p:nvGrpSpPr>
        <p:grpSpPr>
          <a:xfrm>
            <a:off x="5180640" y="3093015"/>
            <a:ext cx="2453529" cy="923330"/>
            <a:chOff x="962267" y="585927"/>
            <a:chExt cx="2453529" cy="923330"/>
          </a:xfrm>
        </p:grpSpPr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751EF52-E7D6-2C27-46D6-F2FF60C487C2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endParaRPr lang="en-US" altLang="ja-JP" dirty="0"/>
            </a:p>
            <a:p>
              <a:r>
                <a:rPr lang="ja-JP" altLang="en-US" dirty="0"/>
                <a:t>にぬねの</a:t>
              </a:r>
              <a:endParaRPr kumimoji="1" lang="ja-JP" altLang="en-US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95644F07-B715-7A7D-3D12-5617B9D73678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FEE0E3BA-716A-16A4-90C1-82CC06D86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193165"/>
              <a:ext cx="209586" cy="209586"/>
            </a:xfrm>
            <a:prstGeom prst="rect">
              <a:avLst/>
            </a:prstGeom>
          </p:spPr>
        </p:pic>
      </p:grp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E408E60-BB36-2EC9-DF24-E96875B32481}"/>
              </a:ext>
            </a:extLst>
          </p:cNvPr>
          <p:cNvCxnSpPr>
            <a:cxnSpLocks/>
            <a:endCxn id="22" idx="3"/>
          </p:cNvCxnSpPr>
          <p:nvPr/>
        </p:nvCxnSpPr>
        <p:spPr>
          <a:xfrm>
            <a:off x="4389834" y="1537379"/>
            <a:ext cx="2339220" cy="5139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CB69B90-7E1E-B6D2-2A72-555DBEC263E4}"/>
              </a:ext>
            </a:extLst>
          </p:cNvPr>
          <p:cNvCxnSpPr>
            <a:cxnSpLocks/>
          </p:cNvCxnSpPr>
          <p:nvPr/>
        </p:nvCxnSpPr>
        <p:spPr>
          <a:xfrm flipV="1">
            <a:off x="4333735" y="1891611"/>
            <a:ext cx="2395319" cy="526408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A001047-C31F-2294-CB96-CF3E6FB9BCB0}"/>
              </a:ext>
            </a:extLst>
          </p:cNvPr>
          <p:cNvCxnSpPr>
            <a:cxnSpLocks/>
          </p:cNvCxnSpPr>
          <p:nvPr/>
        </p:nvCxnSpPr>
        <p:spPr>
          <a:xfrm>
            <a:off x="4389834" y="3550816"/>
            <a:ext cx="2477497" cy="25423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9BB57CF-FE52-65E5-D420-5A273033ACEF}"/>
              </a:ext>
            </a:extLst>
          </p:cNvPr>
          <p:cNvSpPr txBox="1"/>
          <p:nvPr/>
        </p:nvSpPr>
        <p:spPr>
          <a:xfrm>
            <a:off x="196673" y="101014"/>
            <a:ext cx="153118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Enter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5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26DDE-EF0B-6F3E-FA8F-6DB803C8D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A4F1DE66-2BCA-63ED-E898-81373DC2DC8F}"/>
              </a:ext>
            </a:extLst>
          </p:cNvPr>
          <p:cNvGrpSpPr/>
          <p:nvPr/>
        </p:nvGrpSpPr>
        <p:grpSpPr>
          <a:xfrm>
            <a:off x="5180640" y="1089781"/>
            <a:ext cx="3657178" cy="1200329"/>
            <a:chOff x="962267" y="585927"/>
            <a:chExt cx="3657178" cy="1200329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B5D19BA7-AAEA-E7EC-4C65-293E24BBD83E}"/>
                </a:ext>
              </a:extLst>
            </p:cNvPr>
            <p:cNvSpPr txBox="1"/>
            <p:nvPr/>
          </p:nvSpPr>
          <p:spPr>
            <a:xfrm>
              <a:off x="1171853" y="585927"/>
              <a:ext cx="249299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かきくけこ</a:t>
              </a:r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4E3AB6A-6D75-2FAD-F963-36ADBB01C8C2}"/>
                </a:ext>
              </a:extLst>
            </p:cNvPr>
            <p:cNvSpPr txBox="1"/>
            <p:nvPr/>
          </p:nvSpPr>
          <p:spPr>
            <a:xfrm>
              <a:off x="3920215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3B3139EA-E657-3104-F98C-4C04D467B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9880"/>
              <a:ext cx="209586" cy="209586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45B74B91-FF71-2E22-D2DD-EE8D27DA7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503787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E8EA79D7-8E12-9BFB-E8D9-CAF797B0117A}"/>
              </a:ext>
            </a:extLst>
          </p:cNvPr>
          <p:cNvGrpSpPr/>
          <p:nvPr/>
        </p:nvGrpSpPr>
        <p:grpSpPr>
          <a:xfrm>
            <a:off x="962267" y="1089781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9274AC6A-34B7-786F-4A22-79D4096C11D6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BECAD6DA-8F96-F011-7BCA-A0EA926E10B5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F821C5-CB65-4306-88A6-238C720B08B3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lang="en-US" altLang="ja-JP" dirty="0"/>
                  <a:t>none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8E86DE2C-F1EF-B43B-38F5-2ABA41EFB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E26E0E0D-CA4D-C382-3194-A9785C343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C36B7CB-C35C-30C5-F78E-CCDB49D09EE0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38BCE754-F14E-5456-E221-88CEC0D5D75B}"/>
              </a:ext>
            </a:extLst>
          </p:cNvPr>
          <p:cNvGrpSpPr/>
          <p:nvPr/>
        </p:nvGrpSpPr>
        <p:grpSpPr>
          <a:xfrm>
            <a:off x="5180640" y="3055691"/>
            <a:ext cx="3638518" cy="1200329"/>
            <a:chOff x="962267" y="585927"/>
            <a:chExt cx="3638518" cy="1200329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4D7D432B-D86B-6C55-915E-152F9AD9CCEE}"/>
                </a:ext>
              </a:extLst>
            </p:cNvPr>
            <p:cNvSpPr txBox="1"/>
            <p:nvPr/>
          </p:nvSpPr>
          <p:spPr>
            <a:xfrm>
              <a:off x="1171853" y="585927"/>
              <a:ext cx="249299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かきくけこさしすせそ</a:t>
              </a:r>
              <a:endParaRPr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E566874C-5D75-4622-6E33-331FF09365B1}"/>
                </a:ext>
              </a:extLst>
            </p:cNvPr>
            <p:cNvSpPr txBox="1"/>
            <p:nvPr/>
          </p:nvSpPr>
          <p:spPr>
            <a:xfrm>
              <a:off x="3901555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BA90CFB1-4372-23E2-1310-A2BFF5EC4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21216"/>
              <a:ext cx="209586" cy="209586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445306F6-C294-989A-9E87-DE8167D29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66465"/>
              <a:ext cx="209586" cy="209586"/>
            </a:xfrm>
            <a:prstGeom prst="rect">
              <a:avLst/>
            </a:prstGeom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47EC8C21-7C7F-E9EA-283B-CB1C148D1C8E}"/>
              </a:ext>
            </a:extLst>
          </p:cNvPr>
          <p:cNvGrpSpPr/>
          <p:nvPr/>
        </p:nvGrpSpPr>
        <p:grpSpPr>
          <a:xfrm>
            <a:off x="5180640" y="4952593"/>
            <a:ext cx="3703831" cy="923330"/>
            <a:chOff x="962267" y="585927"/>
            <a:chExt cx="3703831" cy="923330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3A299825-F078-C986-9A89-BF145121F630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かきくけこ</a:t>
              </a:r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7003C14B-F0EE-EB7E-F0A4-8371CAA1F484}"/>
                </a:ext>
              </a:extLst>
            </p:cNvPr>
            <p:cNvSpPr txBox="1"/>
            <p:nvPr/>
          </p:nvSpPr>
          <p:spPr>
            <a:xfrm>
              <a:off x="3966868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  <a:endParaRPr kumimoji="1" lang="ja-JP" altLang="en-US" dirty="0"/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FA6D7A94-2601-B315-B404-D780ACD1E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0549"/>
              <a:ext cx="209586" cy="209586"/>
            </a:xfrm>
            <a:prstGeom prst="rect">
              <a:avLst/>
            </a:prstGeom>
          </p:spPr>
        </p:pic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D2F2C09-D6A7-BA91-83B5-D44285BE9871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389834" y="5377146"/>
            <a:ext cx="3795407" cy="37112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AA58A49A-38FA-57D4-0EF3-1A0D135E307F}"/>
              </a:ext>
            </a:extLst>
          </p:cNvPr>
          <p:cNvCxnSpPr>
            <a:cxnSpLocks/>
          </p:cNvCxnSpPr>
          <p:nvPr/>
        </p:nvCxnSpPr>
        <p:spPr>
          <a:xfrm>
            <a:off x="4293771" y="4360091"/>
            <a:ext cx="2508245" cy="23725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D50CE7F9-E0D4-B557-914D-572D610C5F6A}"/>
              </a:ext>
            </a:extLst>
          </p:cNvPr>
          <p:cNvCxnSpPr>
            <a:cxnSpLocks/>
          </p:cNvCxnSpPr>
          <p:nvPr/>
        </p:nvCxnSpPr>
        <p:spPr>
          <a:xfrm>
            <a:off x="4426694" y="3504900"/>
            <a:ext cx="2375082" cy="28945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A7DA25DF-F4E8-EDF3-DF9C-9B1AF9A32779}"/>
              </a:ext>
            </a:extLst>
          </p:cNvPr>
          <p:cNvCxnSpPr>
            <a:cxnSpLocks/>
          </p:cNvCxnSpPr>
          <p:nvPr/>
        </p:nvCxnSpPr>
        <p:spPr>
          <a:xfrm>
            <a:off x="4389834" y="1500055"/>
            <a:ext cx="3151594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04182C62-2D77-14F1-07AA-53B666030870}"/>
              </a:ext>
            </a:extLst>
          </p:cNvPr>
          <p:cNvCxnSpPr>
            <a:cxnSpLocks/>
          </p:cNvCxnSpPr>
          <p:nvPr/>
        </p:nvCxnSpPr>
        <p:spPr>
          <a:xfrm flipV="1">
            <a:off x="4389834" y="2069658"/>
            <a:ext cx="3151594" cy="30313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DD70CA8-4414-B0AB-E3CB-678B9AA1F03F}"/>
              </a:ext>
            </a:extLst>
          </p:cNvPr>
          <p:cNvGrpSpPr/>
          <p:nvPr/>
        </p:nvGrpSpPr>
        <p:grpSpPr>
          <a:xfrm>
            <a:off x="962027" y="3051098"/>
            <a:ext cx="3331504" cy="1477328"/>
            <a:chOff x="962267" y="585927"/>
            <a:chExt cx="3331504" cy="1477328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7C1813B9-552F-C17D-6C16-9400D4A5622E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5BBC0A75-9869-B9EE-ED33-586554680650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F53F6843-01AE-6394-38C3-F84513810FA6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lang="en-US" altLang="ja-JP" dirty="0"/>
                  <a:t>start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4FAE78EC-4FBA-1140-E006-098C877959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2" name="図 51">
                <a:extLst>
                  <a:ext uri="{FF2B5EF4-FFF2-40B4-BE49-F238E27FC236}">
                    <a16:creationId xmlns:a16="http://schemas.microsoft.com/office/drawing/2014/main" id="{0238E76C-1715-E38F-4D5B-7A82363358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A0F7F1CD-07BF-7DE3-9982-DE2248D4C858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486393E3-8591-6871-5BDF-91449DD26844}"/>
              </a:ext>
            </a:extLst>
          </p:cNvPr>
          <p:cNvGrpSpPr/>
          <p:nvPr/>
        </p:nvGrpSpPr>
        <p:grpSpPr>
          <a:xfrm>
            <a:off x="962027" y="4954530"/>
            <a:ext cx="3331504" cy="1477328"/>
            <a:chOff x="962267" y="585927"/>
            <a:chExt cx="3331504" cy="1477328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AE30D0AA-EB8A-1BCF-4A8D-1C193956DF3C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D302CA50-EB6B-CF69-FB8F-36BEDF1AE7AD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D050AACE-54CC-BFDD-A7E7-4D6EE099C4EE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58" name="図 57">
                <a:extLst>
                  <a:ext uri="{FF2B5EF4-FFF2-40B4-BE49-F238E27FC236}">
                    <a16:creationId xmlns:a16="http://schemas.microsoft.com/office/drawing/2014/main" id="{AF018ACC-9102-5173-5EEA-3EAC654BBB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9" name="図 58">
                <a:extLst>
                  <a:ext uri="{FF2B5EF4-FFF2-40B4-BE49-F238E27FC236}">
                    <a16:creationId xmlns:a16="http://schemas.microsoft.com/office/drawing/2014/main" id="{30815BD4-8438-BC27-242E-634F9AD643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AF889465-4CC0-7124-35A5-4839F94EF22A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C4F26B-517E-140D-8FC7-5D49FA087649}"/>
              </a:ext>
            </a:extLst>
          </p:cNvPr>
          <p:cNvSpPr txBox="1"/>
          <p:nvPr/>
        </p:nvSpPr>
        <p:spPr>
          <a:xfrm>
            <a:off x="196673" y="101014"/>
            <a:ext cx="1827744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Delete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46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AF25-F6D2-D092-57F9-09259545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46EEDED-6396-5FA1-2B35-76591752A6DF}"/>
              </a:ext>
            </a:extLst>
          </p:cNvPr>
          <p:cNvGrpSpPr/>
          <p:nvPr/>
        </p:nvGrpSpPr>
        <p:grpSpPr>
          <a:xfrm>
            <a:off x="5180640" y="1052461"/>
            <a:ext cx="3657178" cy="1477328"/>
            <a:chOff x="962267" y="585927"/>
            <a:chExt cx="3657178" cy="1477328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ED141B58-551B-A534-1513-7BA45B6D0CE7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endParaRPr kumimoji="1"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D3BD732-F35C-BEA0-A4A1-4FC19C9A617A}"/>
                </a:ext>
              </a:extLst>
            </p:cNvPr>
            <p:cNvSpPr txBox="1"/>
            <p:nvPr/>
          </p:nvSpPr>
          <p:spPr>
            <a:xfrm>
              <a:off x="3920215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FA296D20-977E-A3BE-2816-6E5825D63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9880"/>
              <a:ext cx="209586" cy="209586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B8D1E588-296B-CF54-9E26-62BC3C793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734693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6FDC758A-CD06-BA64-DC2C-B1C3162DBEF0}"/>
              </a:ext>
            </a:extLst>
          </p:cNvPr>
          <p:cNvGrpSpPr/>
          <p:nvPr/>
        </p:nvGrpSpPr>
        <p:grpSpPr>
          <a:xfrm>
            <a:off x="962267" y="1052461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950C0C07-AC55-B544-59C5-684C20A457C3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4B7DDEDF-AF66-15EA-7F6C-2BDA172EA908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8EAE11A5-BDE9-BBA9-976B-F1222762865B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all</a:t>
                </a:r>
              </a:p>
              <a:p>
                <a:r>
                  <a:rPr lang="en-US" altLang="ja-JP" dirty="0"/>
                  <a:t>none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1ED23A6C-B041-0217-7F1F-5F85EF568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BA8947DD-C14F-C0CB-D086-81C0BC4841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E254455A-BA5C-DC04-F2C6-C36E51C70613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222490A8-AFFD-9CD2-3F7B-0ED68FF8E222}"/>
              </a:ext>
            </a:extLst>
          </p:cNvPr>
          <p:cNvGrpSpPr/>
          <p:nvPr/>
        </p:nvGrpSpPr>
        <p:grpSpPr>
          <a:xfrm>
            <a:off x="5180640" y="3018371"/>
            <a:ext cx="3638518" cy="1200329"/>
            <a:chOff x="962267" y="585927"/>
            <a:chExt cx="3638518" cy="1200329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407D200F-4D5F-42D8-57CE-EFC76684B120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さしすせそ</a:t>
              </a:r>
              <a:endParaRPr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10601A78-07E0-BDF8-B31C-1CBAD83728DE}"/>
                </a:ext>
              </a:extLst>
            </p:cNvPr>
            <p:cNvSpPr txBox="1"/>
            <p:nvPr/>
          </p:nvSpPr>
          <p:spPr>
            <a:xfrm>
              <a:off x="3901555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056846E9-BDDD-A8DA-B2F1-450CC055C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21216"/>
              <a:ext cx="209586" cy="209586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07654867-A257-1457-A1DA-A02DDC4A6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66465"/>
              <a:ext cx="209586" cy="209586"/>
            </a:xfrm>
            <a:prstGeom prst="rect">
              <a:avLst/>
            </a:prstGeom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CF4C417-39C6-FBA1-B2F4-D33867962D44}"/>
              </a:ext>
            </a:extLst>
          </p:cNvPr>
          <p:cNvGrpSpPr/>
          <p:nvPr/>
        </p:nvGrpSpPr>
        <p:grpSpPr>
          <a:xfrm>
            <a:off x="5180640" y="4915273"/>
            <a:ext cx="3703831" cy="923330"/>
            <a:chOff x="962267" y="585927"/>
            <a:chExt cx="3703831" cy="923330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51B14F5-7961-25B6-73A8-503AD298C918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23F657D1-19B7-87D8-C3F0-EC0AACD2CB08}"/>
                </a:ext>
              </a:extLst>
            </p:cNvPr>
            <p:cNvSpPr txBox="1"/>
            <p:nvPr/>
          </p:nvSpPr>
          <p:spPr>
            <a:xfrm>
              <a:off x="3966868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26E35965-220B-CEF5-F963-B7483F7BF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0549"/>
              <a:ext cx="209586" cy="209586"/>
            </a:xfrm>
            <a:prstGeom prst="rect">
              <a:avLst/>
            </a:prstGeom>
          </p:spPr>
        </p:pic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BEBD0491-4610-F692-7A73-C2DDA13C65E2}"/>
              </a:ext>
            </a:extLst>
          </p:cNvPr>
          <p:cNvCxnSpPr>
            <a:cxnSpLocks/>
          </p:cNvCxnSpPr>
          <p:nvPr/>
        </p:nvCxnSpPr>
        <p:spPr>
          <a:xfrm>
            <a:off x="4389834" y="5339826"/>
            <a:ext cx="3730094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05CF5C19-F815-DED6-61CF-2FF97E593E76}"/>
              </a:ext>
            </a:extLst>
          </p:cNvPr>
          <p:cNvCxnSpPr>
            <a:cxnSpLocks/>
          </p:cNvCxnSpPr>
          <p:nvPr/>
        </p:nvCxnSpPr>
        <p:spPr>
          <a:xfrm flipV="1">
            <a:off x="4293771" y="4022534"/>
            <a:ext cx="3732629" cy="30023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A4ADB3D2-31D3-EF5A-7BFF-F64E57BA6796}"/>
              </a:ext>
            </a:extLst>
          </p:cNvPr>
          <p:cNvCxnSpPr>
            <a:cxnSpLocks/>
          </p:cNvCxnSpPr>
          <p:nvPr/>
        </p:nvCxnSpPr>
        <p:spPr>
          <a:xfrm>
            <a:off x="4426694" y="3467580"/>
            <a:ext cx="3599706" cy="71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E4344358-85B9-171C-3EE7-CEBDAE46B087}"/>
              </a:ext>
            </a:extLst>
          </p:cNvPr>
          <p:cNvCxnSpPr>
            <a:cxnSpLocks/>
          </p:cNvCxnSpPr>
          <p:nvPr/>
        </p:nvCxnSpPr>
        <p:spPr>
          <a:xfrm>
            <a:off x="4389834" y="1462735"/>
            <a:ext cx="3636566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F0DF5258-CC1F-946E-85B5-3CAC3ECB6244}"/>
              </a:ext>
            </a:extLst>
          </p:cNvPr>
          <p:cNvCxnSpPr>
            <a:cxnSpLocks/>
          </p:cNvCxnSpPr>
          <p:nvPr/>
        </p:nvCxnSpPr>
        <p:spPr>
          <a:xfrm>
            <a:off x="4389834" y="2335468"/>
            <a:ext cx="3636566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2267C34-FF56-A689-2BDA-033399B91889}"/>
              </a:ext>
            </a:extLst>
          </p:cNvPr>
          <p:cNvGrpSpPr/>
          <p:nvPr/>
        </p:nvGrpSpPr>
        <p:grpSpPr>
          <a:xfrm>
            <a:off x="962027" y="3013778"/>
            <a:ext cx="3331504" cy="1477328"/>
            <a:chOff x="962267" y="585927"/>
            <a:chExt cx="3331504" cy="1477328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B35D0AF5-EB8B-527E-4985-63BA129FC6D8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C2C78728-8C33-FEC0-EE46-B444CBD381CD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6D0ABEBB-8C18-6F43-4C5F-646FBD796BF7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start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2938F588-B2FD-26F7-60F0-70D392A7BD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2" name="図 51">
                <a:extLst>
                  <a:ext uri="{FF2B5EF4-FFF2-40B4-BE49-F238E27FC236}">
                    <a16:creationId xmlns:a16="http://schemas.microsoft.com/office/drawing/2014/main" id="{4957DD0B-DE44-B0B1-9BEA-0610E2FB9B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0FB2DDF9-0DC0-6F51-6A65-DC0E37A9DB08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E833ACF9-7B03-537C-AAC4-BB7E2E9ECEA7}"/>
              </a:ext>
            </a:extLst>
          </p:cNvPr>
          <p:cNvGrpSpPr/>
          <p:nvPr/>
        </p:nvGrpSpPr>
        <p:grpSpPr>
          <a:xfrm>
            <a:off x="962027" y="4917210"/>
            <a:ext cx="3331504" cy="1477328"/>
            <a:chOff x="962267" y="585927"/>
            <a:chExt cx="3331504" cy="1477328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7B62DC1E-ED59-F0CA-7538-42F3A1FD2F3A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5A1287DC-378D-F5C6-5C47-4DA9E12D09BD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2884122B-3A07-7577-CB95-05804B83C780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58" name="図 57">
                <a:extLst>
                  <a:ext uri="{FF2B5EF4-FFF2-40B4-BE49-F238E27FC236}">
                    <a16:creationId xmlns:a16="http://schemas.microsoft.com/office/drawing/2014/main" id="{1A2422A3-9E7D-B827-7431-21029FDFA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9" name="図 58">
                <a:extLst>
                  <a:ext uri="{FF2B5EF4-FFF2-40B4-BE49-F238E27FC236}">
                    <a16:creationId xmlns:a16="http://schemas.microsoft.com/office/drawing/2014/main" id="{08AAB6A5-5044-BBE1-1C61-6874811AF0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D03DE405-6317-423B-1353-B4FD7A127983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CF5135-5041-5A6F-0D82-C84D58C584D8}"/>
              </a:ext>
            </a:extLst>
          </p:cNvPr>
          <p:cNvSpPr txBox="1"/>
          <p:nvPr/>
        </p:nvSpPr>
        <p:spPr>
          <a:xfrm>
            <a:off x="196673" y="101014"/>
            <a:ext cx="1827744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Delete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42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1483-8D6B-7F3F-B8B3-D07CA6D1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D000668A-919C-E956-E819-BDF26768721F}"/>
              </a:ext>
            </a:extLst>
          </p:cNvPr>
          <p:cNvGrpSpPr/>
          <p:nvPr/>
        </p:nvGrpSpPr>
        <p:grpSpPr>
          <a:xfrm>
            <a:off x="5180640" y="1136434"/>
            <a:ext cx="3657178" cy="646331"/>
            <a:chOff x="962267" y="585927"/>
            <a:chExt cx="3657178" cy="646331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4D9B5BF-BBB3-63EA-E494-E91D362CD887}"/>
                </a:ext>
              </a:extLst>
            </p:cNvPr>
            <p:cNvSpPr txBox="1"/>
            <p:nvPr/>
          </p:nvSpPr>
          <p:spPr>
            <a:xfrm>
              <a:off x="1171853" y="585927"/>
              <a:ext cx="24929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かきくけこなにぬねの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F9047ECB-3C22-AC0B-AA0F-B6375B75679A}"/>
                </a:ext>
              </a:extLst>
            </p:cNvPr>
            <p:cNvSpPr txBox="1"/>
            <p:nvPr/>
          </p:nvSpPr>
          <p:spPr>
            <a:xfrm>
              <a:off x="3920215" y="585927"/>
              <a:ext cx="6992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6CB3231E-8CBC-22B0-170A-88B2FBE28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9880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0C054FD-CDC0-A57D-20AE-518AF246AA5B}"/>
              </a:ext>
            </a:extLst>
          </p:cNvPr>
          <p:cNvGrpSpPr/>
          <p:nvPr/>
        </p:nvGrpSpPr>
        <p:grpSpPr>
          <a:xfrm>
            <a:off x="962267" y="1136434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A3D6D6F2-98BC-08C2-47B2-C2C8E5F5CBD9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CEECC48-7827-8AAB-33F3-CC14177AD726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1CB93807-2B90-8DC9-148B-2F8EE782A9D1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end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B7F916DD-6C20-4B06-3DD6-FCB48D1A2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B0AA3761-867D-5AF2-41E6-6757D2DB3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2D1C81C-9DD5-DA64-2E2F-A02DC2A78C1C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50730DD3-B402-6A2F-5BF9-3100E364F960}"/>
              </a:ext>
            </a:extLst>
          </p:cNvPr>
          <p:cNvCxnSpPr>
            <a:cxnSpLocks/>
          </p:cNvCxnSpPr>
          <p:nvPr/>
        </p:nvCxnSpPr>
        <p:spPr>
          <a:xfrm>
            <a:off x="4389834" y="1546708"/>
            <a:ext cx="3151594" cy="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A10D94D-F0C7-70BC-5DDA-DF35BD7C5CE6}"/>
              </a:ext>
            </a:extLst>
          </p:cNvPr>
          <p:cNvGrpSpPr/>
          <p:nvPr/>
        </p:nvGrpSpPr>
        <p:grpSpPr>
          <a:xfrm>
            <a:off x="5180640" y="3102344"/>
            <a:ext cx="3638518" cy="1200329"/>
            <a:chOff x="962267" y="585927"/>
            <a:chExt cx="3638518" cy="1200329"/>
          </a:xfrm>
        </p:grpSpPr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0BB1DB26-090E-65AE-4FE3-21C7A80C296C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さしすせそ</a:t>
              </a:r>
              <a:endParaRPr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2CDDC302-EBF0-1647-2F90-604C41CA4B61}"/>
                </a:ext>
              </a:extLst>
            </p:cNvPr>
            <p:cNvSpPr txBox="1"/>
            <p:nvPr/>
          </p:nvSpPr>
          <p:spPr>
            <a:xfrm>
              <a:off x="3901555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393340EC-BA9B-F8F4-6683-52BB723F5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21216"/>
              <a:ext cx="209586" cy="209586"/>
            </a:xfrm>
            <a:prstGeom prst="rect">
              <a:avLst/>
            </a:prstGeom>
          </p:spPr>
        </p:pic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39D6C01A-F759-695A-BCA6-FB7500B1B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66465"/>
              <a:ext cx="209586" cy="209586"/>
            </a:xfrm>
            <a:prstGeom prst="rect">
              <a:avLst/>
            </a:prstGeom>
          </p:spPr>
        </p:pic>
      </p:grp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E29B0B39-CBAB-50EE-D063-41121B89E5DC}"/>
              </a:ext>
            </a:extLst>
          </p:cNvPr>
          <p:cNvCxnSpPr>
            <a:cxnSpLocks/>
          </p:cNvCxnSpPr>
          <p:nvPr/>
        </p:nvCxnSpPr>
        <p:spPr>
          <a:xfrm flipV="1">
            <a:off x="4293771" y="4106507"/>
            <a:ext cx="3732629" cy="30023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4C86A990-8394-2FCA-E37F-D2BE8E03A25F}"/>
              </a:ext>
            </a:extLst>
          </p:cNvPr>
          <p:cNvCxnSpPr>
            <a:cxnSpLocks/>
          </p:cNvCxnSpPr>
          <p:nvPr/>
        </p:nvCxnSpPr>
        <p:spPr>
          <a:xfrm>
            <a:off x="4426694" y="3551553"/>
            <a:ext cx="3599706" cy="71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C847ACED-F6E7-BD25-8CC5-C50F1B9E6B6E}"/>
              </a:ext>
            </a:extLst>
          </p:cNvPr>
          <p:cNvGrpSpPr/>
          <p:nvPr/>
        </p:nvGrpSpPr>
        <p:grpSpPr>
          <a:xfrm>
            <a:off x="962027" y="3097751"/>
            <a:ext cx="3331504" cy="1477328"/>
            <a:chOff x="962267" y="585927"/>
            <a:chExt cx="3331504" cy="1477328"/>
          </a:xfrm>
        </p:grpSpPr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E72479EA-6C65-655F-C6DF-7E6062618DF6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0AFC6A32-4CF5-1663-71D5-F31D99E42D56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6CF56D4F-D76D-E71B-7787-9DC43D6502BC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none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66" name="図 65">
                <a:extLst>
                  <a:ext uri="{FF2B5EF4-FFF2-40B4-BE49-F238E27FC236}">
                    <a16:creationId xmlns:a16="http://schemas.microsoft.com/office/drawing/2014/main" id="{D7F72CC2-AD9E-F8B5-0989-255B66C212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67" name="図 66">
                <a:extLst>
                  <a:ext uri="{FF2B5EF4-FFF2-40B4-BE49-F238E27FC236}">
                    <a16:creationId xmlns:a16="http://schemas.microsoft.com/office/drawing/2014/main" id="{1FB3FC90-7520-D3B9-8AB0-20C15FD0F9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CB034402-9305-EBC4-4523-03B0E04DD56A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55637110-9463-4E48-0085-79C95184B914}"/>
              </a:ext>
            </a:extLst>
          </p:cNvPr>
          <p:cNvSpPr txBox="1"/>
          <p:nvPr/>
        </p:nvSpPr>
        <p:spPr>
          <a:xfrm>
            <a:off x="196673" y="101014"/>
            <a:ext cx="1827744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Delete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795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D2FA6-0494-2261-0419-F5BE56162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F135F1FF-07F0-A41F-5715-CC76B57347C9}"/>
              </a:ext>
            </a:extLst>
          </p:cNvPr>
          <p:cNvGrpSpPr/>
          <p:nvPr/>
        </p:nvGrpSpPr>
        <p:grpSpPr>
          <a:xfrm>
            <a:off x="5199112" y="1033797"/>
            <a:ext cx="3638706" cy="1200329"/>
            <a:chOff x="980739" y="585927"/>
            <a:chExt cx="3638706" cy="1200329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A9CC6CD-EFD2-D0C3-FEC8-10E3E8FD40B2}"/>
                </a:ext>
              </a:extLst>
            </p:cNvPr>
            <p:cNvSpPr txBox="1"/>
            <p:nvPr/>
          </p:nvSpPr>
          <p:spPr>
            <a:xfrm>
              <a:off x="1171853" y="585927"/>
              <a:ext cx="249299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r>
                <a:rPr lang="ja-JP" altLang="en-US" dirty="0"/>
                <a:t>かきくけこ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40165AF6-7054-1C5F-9143-CEA224229E00}"/>
                </a:ext>
              </a:extLst>
            </p:cNvPr>
            <p:cNvSpPr txBox="1"/>
            <p:nvPr/>
          </p:nvSpPr>
          <p:spPr>
            <a:xfrm>
              <a:off x="3920215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EECC8287-36D6-EAA8-1421-46D44F8B8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739" y="1466843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025335FC-2EAA-22F0-ED84-DDC43D13D83E}"/>
              </a:ext>
            </a:extLst>
          </p:cNvPr>
          <p:cNvGrpSpPr/>
          <p:nvPr/>
        </p:nvGrpSpPr>
        <p:grpSpPr>
          <a:xfrm>
            <a:off x="962267" y="1033797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A0D7D306-E27C-F498-81E7-5A3BB3A4D85B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82367222-37B4-2733-65B3-1938E7AB599D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/>
                  <a:t>_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746BE1D-7B52-AA7C-6AC5-27304BB81237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start</a:t>
                </a:r>
              </a:p>
              <a:p>
                <a:r>
                  <a:rPr lang="en-US" altLang="ja-JP" dirty="0"/>
                  <a:t>none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C96F931D-7B27-14D4-C1D4-1F26B373F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10FE6E43-7787-9668-7697-1862B71C4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45DDF7A-DA68-5817-ADAC-465E2E87AF5D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CAEDF50A-F35B-1303-BADF-DF532FDD149A}"/>
              </a:ext>
            </a:extLst>
          </p:cNvPr>
          <p:cNvGrpSpPr/>
          <p:nvPr/>
        </p:nvGrpSpPr>
        <p:grpSpPr>
          <a:xfrm>
            <a:off x="5180640" y="2999707"/>
            <a:ext cx="3638518" cy="1200329"/>
            <a:chOff x="962267" y="585927"/>
            <a:chExt cx="3638518" cy="1200329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6FA856FE-5501-993A-6F64-424FEBD7B29E}"/>
                </a:ext>
              </a:extLst>
            </p:cNvPr>
            <p:cNvSpPr txBox="1"/>
            <p:nvPr/>
          </p:nvSpPr>
          <p:spPr>
            <a:xfrm>
              <a:off x="1171853" y="585927"/>
              <a:ext cx="249299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r>
                <a:rPr lang="ja-JP" altLang="en-US" dirty="0"/>
                <a:t>かきくけこ</a:t>
              </a:r>
              <a:endParaRPr lang="en-US" altLang="ja-JP" dirty="0"/>
            </a:p>
            <a:p>
              <a:r>
                <a:rPr lang="ja-JP" altLang="en-US" dirty="0"/>
                <a:t>さしすせそ</a:t>
              </a:r>
              <a:endParaRPr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5892687F-4702-0D04-2064-A7ACE6D14530}"/>
                </a:ext>
              </a:extLst>
            </p:cNvPr>
            <p:cNvSpPr txBox="1"/>
            <p:nvPr/>
          </p:nvSpPr>
          <p:spPr>
            <a:xfrm>
              <a:off x="3901555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0029D240-F7EC-0C06-A878-81915738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66465"/>
              <a:ext cx="209586" cy="209586"/>
            </a:xfrm>
            <a:prstGeom prst="rect">
              <a:avLst/>
            </a:prstGeom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C8008A18-E8B7-FF9D-01A9-228A857ACFFD}"/>
              </a:ext>
            </a:extLst>
          </p:cNvPr>
          <p:cNvGrpSpPr/>
          <p:nvPr/>
        </p:nvGrpSpPr>
        <p:grpSpPr>
          <a:xfrm>
            <a:off x="5180640" y="4896609"/>
            <a:ext cx="3703831" cy="923330"/>
            <a:chOff x="962267" y="585927"/>
            <a:chExt cx="3703831" cy="923330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6309DF64-6F7B-D999-E1A1-D09B1CC128C4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かきくけこ</a:t>
              </a:r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FE7E0CEC-C524-1302-4D28-1C235FCB773E}"/>
                </a:ext>
              </a:extLst>
            </p:cNvPr>
            <p:cNvSpPr txBox="1"/>
            <p:nvPr/>
          </p:nvSpPr>
          <p:spPr>
            <a:xfrm>
              <a:off x="3966868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BF40AB14-C2EE-48E4-8690-145195417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0549"/>
              <a:ext cx="209586" cy="209586"/>
            </a:xfrm>
            <a:prstGeom prst="rect">
              <a:avLst/>
            </a:prstGeom>
          </p:spPr>
        </p:pic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617F37EC-D23A-DFF4-2119-FF2171DC6836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389834" y="5321162"/>
            <a:ext cx="3795407" cy="37112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BE5710DB-0994-E20B-60A2-94C85D50FE34}"/>
              </a:ext>
            </a:extLst>
          </p:cNvPr>
          <p:cNvCxnSpPr>
            <a:cxnSpLocks/>
          </p:cNvCxnSpPr>
          <p:nvPr/>
        </p:nvCxnSpPr>
        <p:spPr>
          <a:xfrm flipV="1">
            <a:off x="4293771" y="3994842"/>
            <a:ext cx="3678436" cy="30926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FFF37477-A34C-40F7-EF98-05BBD823A14B}"/>
              </a:ext>
            </a:extLst>
          </p:cNvPr>
          <p:cNvCxnSpPr>
            <a:cxnSpLocks/>
          </p:cNvCxnSpPr>
          <p:nvPr/>
        </p:nvCxnSpPr>
        <p:spPr>
          <a:xfrm flipV="1">
            <a:off x="4389834" y="2013674"/>
            <a:ext cx="3151594" cy="30313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9935BE9-AA34-7B49-3428-1F51645C2AC3}"/>
              </a:ext>
            </a:extLst>
          </p:cNvPr>
          <p:cNvGrpSpPr/>
          <p:nvPr/>
        </p:nvGrpSpPr>
        <p:grpSpPr>
          <a:xfrm>
            <a:off x="962027" y="2995114"/>
            <a:ext cx="3331504" cy="1477328"/>
            <a:chOff x="962267" y="585927"/>
            <a:chExt cx="3331504" cy="1477328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BB78AFFF-435F-DA03-9A19-E0BBEA56F171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2FF94E14-ACBB-CA71-28DB-CE55F53621BF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8248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E92F6CA-59AC-C9B1-4674-47533490D222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end</a:t>
                </a:r>
                <a:endParaRPr kumimoji="1" lang="en-US" altLang="ja-JP" dirty="0"/>
              </a:p>
              <a:p>
                <a:r>
                  <a:rPr kumimoji="1" lang="en-US" altLang="ja-JP" dirty="0"/>
                  <a:t>start</a:t>
                </a:r>
              </a:p>
              <a:p>
                <a:r>
                  <a:rPr lang="en-US" altLang="ja-JP" dirty="0"/>
                  <a:t>start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934D4CF2-B33F-859B-A224-6C66D051F1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2" name="図 51">
                <a:extLst>
                  <a:ext uri="{FF2B5EF4-FFF2-40B4-BE49-F238E27FC236}">
                    <a16:creationId xmlns:a16="http://schemas.microsoft.com/office/drawing/2014/main" id="{43699A56-5C8E-263D-A2A9-72B19BCA2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D643CDC0-F3E8-AD2E-8FC0-6980D0FCEEFA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0665F7A6-1925-9A88-DF95-A837D1B8AAA6}"/>
              </a:ext>
            </a:extLst>
          </p:cNvPr>
          <p:cNvGrpSpPr/>
          <p:nvPr/>
        </p:nvGrpSpPr>
        <p:grpSpPr>
          <a:xfrm>
            <a:off x="962027" y="4898546"/>
            <a:ext cx="3331504" cy="1477328"/>
            <a:chOff x="962267" y="585927"/>
            <a:chExt cx="3331504" cy="1477328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1CFF5D05-7C11-8108-3FE3-D6ECB9B5C3E4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C116647C-B3AE-9F81-25A1-48E090B6889B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9EB8BD52-0B69-C7C9-8488-03B595171A8D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58" name="図 57">
                <a:extLst>
                  <a:ext uri="{FF2B5EF4-FFF2-40B4-BE49-F238E27FC236}">
                    <a16:creationId xmlns:a16="http://schemas.microsoft.com/office/drawing/2014/main" id="{47BF1F38-1898-FB2E-3AEF-2AEB847684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9" name="図 58">
                <a:extLst>
                  <a:ext uri="{FF2B5EF4-FFF2-40B4-BE49-F238E27FC236}">
                    <a16:creationId xmlns:a16="http://schemas.microsoft.com/office/drawing/2014/main" id="{DD1E7EE4-C172-9284-4F3A-4438D7586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472DECBF-7CA4-39AC-B2EB-FB66C74FCD3A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pic>
        <p:nvPicPr>
          <p:cNvPr id="2" name="図 1">
            <a:extLst>
              <a:ext uri="{FF2B5EF4-FFF2-40B4-BE49-F238E27FC236}">
                <a16:creationId xmlns:a16="http://schemas.microsoft.com/office/drawing/2014/main" id="{BD11E156-10C2-667C-BB16-AC2CB2416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12" y="5523897"/>
            <a:ext cx="209586" cy="209586"/>
          </a:xfrm>
          <a:prstGeom prst="rect">
            <a:avLst/>
          </a:prstGeom>
        </p:spPr>
      </p:pic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D28D1D28-AFD9-C338-174A-3A5A27D5E18F}"/>
              </a:ext>
            </a:extLst>
          </p:cNvPr>
          <p:cNvCxnSpPr>
            <a:cxnSpLocks/>
          </p:cNvCxnSpPr>
          <p:nvPr/>
        </p:nvCxnSpPr>
        <p:spPr>
          <a:xfrm flipV="1">
            <a:off x="4459452" y="5653272"/>
            <a:ext cx="3725789" cy="49161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51F286-EE22-5BC5-B4D7-A823792C65F0}"/>
              </a:ext>
            </a:extLst>
          </p:cNvPr>
          <p:cNvSpPr txBox="1"/>
          <p:nvPr/>
        </p:nvSpPr>
        <p:spPr>
          <a:xfrm>
            <a:off x="196673" y="101014"/>
            <a:ext cx="2893741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Backspace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30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D323-3EDA-973E-02D2-0CD2E5C8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D08521E-7B58-E06B-B26A-E6D99FDF1A1B}"/>
              </a:ext>
            </a:extLst>
          </p:cNvPr>
          <p:cNvGrpSpPr/>
          <p:nvPr/>
        </p:nvGrpSpPr>
        <p:grpSpPr>
          <a:xfrm>
            <a:off x="5199112" y="1052459"/>
            <a:ext cx="3638706" cy="1200329"/>
            <a:chOff x="980739" y="585927"/>
            <a:chExt cx="3638706" cy="1200329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38280AD7-E148-E1A8-0B08-9EE7794E6CAB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BDCA1D5-FE89-DF67-C65B-E39E5F9F38BC}"/>
                </a:ext>
              </a:extLst>
            </p:cNvPr>
            <p:cNvSpPr txBox="1"/>
            <p:nvPr/>
          </p:nvSpPr>
          <p:spPr>
            <a:xfrm>
              <a:off x="3920215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081FD877-9AC9-664E-2F45-CF8B11242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739" y="1466843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85ED46E-D148-E6E8-8C03-FB28CF484AD6}"/>
              </a:ext>
            </a:extLst>
          </p:cNvPr>
          <p:cNvGrpSpPr/>
          <p:nvPr/>
        </p:nvGrpSpPr>
        <p:grpSpPr>
          <a:xfrm>
            <a:off x="962267" y="1052459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F8D65DB6-33C8-FD98-755E-BA3DAA6C0965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45F20566-E4EE-3BF8-A804-E3C281FEDE2C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BF2500D-2027-C96C-233C-B7019716987E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none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30EB4761-DA6D-A85E-5138-8DD80D4718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420C23A5-AF60-4A63-0419-4596CA201D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2B345367-4478-1F75-AFFF-3C5DA1CAF04D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E118A9B2-6653-2BD4-3A05-1BC4DF3C661F}"/>
              </a:ext>
            </a:extLst>
          </p:cNvPr>
          <p:cNvGrpSpPr/>
          <p:nvPr/>
        </p:nvGrpSpPr>
        <p:grpSpPr>
          <a:xfrm>
            <a:off x="5180640" y="3018369"/>
            <a:ext cx="3638518" cy="923330"/>
            <a:chOff x="962267" y="585927"/>
            <a:chExt cx="3638518" cy="923330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06BA56B-807A-F5C4-DCC1-F6B3F6B717DF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lang="en-US" altLang="ja-JP" dirty="0"/>
            </a:p>
            <a:p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2F314916-7290-88F1-6C34-92ABBDCC51A1}"/>
                </a:ext>
              </a:extLst>
            </p:cNvPr>
            <p:cNvSpPr txBox="1"/>
            <p:nvPr/>
          </p:nvSpPr>
          <p:spPr>
            <a:xfrm>
              <a:off x="3901555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A74014C0-8C8B-0E04-1AE4-285BBE5D9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01996"/>
              <a:ext cx="209586" cy="209586"/>
            </a:xfrm>
            <a:prstGeom prst="rect">
              <a:avLst/>
            </a:prstGeom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62BDE67-4AAF-8ACC-2F4A-7634ECA3774D}"/>
              </a:ext>
            </a:extLst>
          </p:cNvPr>
          <p:cNvGrpSpPr/>
          <p:nvPr/>
        </p:nvGrpSpPr>
        <p:grpSpPr>
          <a:xfrm>
            <a:off x="5180640" y="4915271"/>
            <a:ext cx="3703831" cy="923330"/>
            <a:chOff x="962267" y="585927"/>
            <a:chExt cx="3703831" cy="923330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0E7F07FA-2A6B-DFFF-0DA6-779DE1FF382A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かきくけこ</a:t>
              </a:r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9B82D24F-BB23-452D-71E5-91609F14FE53}"/>
                </a:ext>
              </a:extLst>
            </p:cNvPr>
            <p:cNvSpPr txBox="1"/>
            <p:nvPr/>
          </p:nvSpPr>
          <p:spPr>
            <a:xfrm>
              <a:off x="3966868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  <a:endParaRPr kumimoji="1" lang="ja-JP" altLang="en-US" dirty="0"/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01303C35-4F8D-98CA-A210-9BF9D1D81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0549"/>
              <a:ext cx="209586" cy="209586"/>
            </a:xfrm>
            <a:prstGeom prst="rect">
              <a:avLst/>
            </a:prstGeom>
          </p:spPr>
        </p:pic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CC0C3836-1D5D-1105-5CF9-F94452062E93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389834" y="5339824"/>
            <a:ext cx="3795407" cy="37112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1E9924E4-C7DC-4114-4A04-636CD4CAD3B6}"/>
              </a:ext>
            </a:extLst>
          </p:cNvPr>
          <p:cNvCxnSpPr>
            <a:cxnSpLocks/>
          </p:cNvCxnSpPr>
          <p:nvPr/>
        </p:nvCxnSpPr>
        <p:spPr>
          <a:xfrm flipV="1">
            <a:off x="4293771" y="3767029"/>
            <a:ext cx="3704920" cy="55574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59320BD4-7396-21A5-214B-E9555D8E29C2}"/>
              </a:ext>
            </a:extLst>
          </p:cNvPr>
          <p:cNvCxnSpPr>
            <a:cxnSpLocks/>
          </p:cNvCxnSpPr>
          <p:nvPr/>
        </p:nvCxnSpPr>
        <p:spPr>
          <a:xfrm flipV="1">
            <a:off x="4389834" y="2038919"/>
            <a:ext cx="3508397" cy="29654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33A63AA-D3A6-8583-8E1D-39EF8A9F2F5A}"/>
              </a:ext>
            </a:extLst>
          </p:cNvPr>
          <p:cNvGrpSpPr/>
          <p:nvPr/>
        </p:nvGrpSpPr>
        <p:grpSpPr>
          <a:xfrm>
            <a:off x="962027" y="3013776"/>
            <a:ext cx="3331504" cy="1477328"/>
            <a:chOff x="962267" y="585927"/>
            <a:chExt cx="3331504" cy="1477328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1E790DC7-D380-0B8E-5B2A-0AF2799F63D2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572611BD-F2B3-B651-680F-C945C1B5DA87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8248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99CEFDC1-CA76-8070-B571-87F991C25A49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none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9283536E-68CC-D84E-5661-D9CCC6A9E6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2" name="図 51">
                <a:extLst>
                  <a:ext uri="{FF2B5EF4-FFF2-40B4-BE49-F238E27FC236}">
                    <a16:creationId xmlns:a16="http://schemas.microsoft.com/office/drawing/2014/main" id="{F2EB5564-7BBF-773B-6179-1AF72EF99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189C5708-84C1-BCC1-781A-84D4DAF99089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14D0C5BA-D660-C59A-C2B1-DDB241C5E9BF}"/>
              </a:ext>
            </a:extLst>
          </p:cNvPr>
          <p:cNvGrpSpPr/>
          <p:nvPr/>
        </p:nvGrpSpPr>
        <p:grpSpPr>
          <a:xfrm>
            <a:off x="962027" y="4917208"/>
            <a:ext cx="3331504" cy="1477328"/>
            <a:chOff x="962267" y="585927"/>
            <a:chExt cx="3331504" cy="1477328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BFC49A70-5BEB-9B0D-9DC5-28B17304C712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4943DFE0-C948-770E-A702-16FE236A5576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A448CF8-BBED-B036-4E65-DE96EECD8CFB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</a:p>
              <a:p>
                <a:r>
                  <a:rPr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58" name="図 57">
                <a:extLst>
                  <a:ext uri="{FF2B5EF4-FFF2-40B4-BE49-F238E27FC236}">
                    <a16:creationId xmlns:a16="http://schemas.microsoft.com/office/drawing/2014/main" id="{8D63BBC1-09AC-D751-DC0D-ACEA6A960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9" name="図 58">
                <a:extLst>
                  <a:ext uri="{FF2B5EF4-FFF2-40B4-BE49-F238E27FC236}">
                    <a16:creationId xmlns:a16="http://schemas.microsoft.com/office/drawing/2014/main" id="{9FEDC02A-22D1-2FE1-F2D3-C56575A8E9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E487349E-F8B7-3E96-906C-2184FB828D98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pic>
        <p:nvPicPr>
          <p:cNvPr id="7" name="図 6">
            <a:extLst>
              <a:ext uri="{FF2B5EF4-FFF2-40B4-BE49-F238E27FC236}">
                <a16:creationId xmlns:a16="http://schemas.microsoft.com/office/drawing/2014/main" id="{71DCF849-43FF-BAB2-3366-2BCB2773D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442" y="3354988"/>
            <a:ext cx="209586" cy="209586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8826A3A-9BF2-6F1F-9704-CBB49E6E0036}"/>
              </a:ext>
            </a:extLst>
          </p:cNvPr>
          <p:cNvCxnSpPr>
            <a:cxnSpLocks/>
          </p:cNvCxnSpPr>
          <p:nvPr/>
        </p:nvCxnSpPr>
        <p:spPr>
          <a:xfrm>
            <a:off x="4384518" y="3453835"/>
            <a:ext cx="3614173" cy="1498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94E5606-6E83-5CC0-3246-5AA49CA8F800}"/>
              </a:ext>
            </a:extLst>
          </p:cNvPr>
          <p:cNvSpPr txBox="1"/>
          <p:nvPr/>
        </p:nvSpPr>
        <p:spPr>
          <a:xfrm>
            <a:off x="196673" y="101014"/>
            <a:ext cx="2893741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Backspace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41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F7BC-2F19-1302-9806-D1106B03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21910AB-1146-14A1-21CA-6CB21397D860}"/>
              </a:ext>
            </a:extLst>
          </p:cNvPr>
          <p:cNvGrpSpPr/>
          <p:nvPr/>
        </p:nvGrpSpPr>
        <p:grpSpPr>
          <a:xfrm>
            <a:off x="5180640" y="1108441"/>
            <a:ext cx="2453529" cy="1754326"/>
            <a:chOff x="962267" y="585927"/>
            <a:chExt cx="2453529" cy="1754326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37D6210-F213-09CA-0DC5-4CE5B9DBF600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r>
                <a:rPr lang="ja-JP" altLang="en-US" dirty="0"/>
                <a:t>きくけこ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B81C691-AC6A-5301-85FC-F38AFFD8A786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E551B8EC-16A5-B176-6732-ABFF6F525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19798"/>
              <a:ext cx="209586" cy="209586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A9956FA1-20FF-2005-6A3E-51467FD83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A9B37B4-6455-7AE5-1A98-1C9FDF600AD0}"/>
              </a:ext>
            </a:extLst>
          </p:cNvPr>
          <p:cNvGrpSpPr/>
          <p:nvPr/>
        </p:nvGrpSpPr>
        <p:grpSpPr>
          <a:xfrm>
            <a:off x="962267" y="1108441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F57FD6A2-75C2-893E-53C4-BB52EFEAF692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A9F2039-A5F2-B4C1-AE46-7362C427A3C4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</a:t>
                </a:r>
                <a:r>
                  <a:rPr lang="ja-JP" altLang="en-US" dirty="0"/>
                  <a:t>きくけこ</a:t>
                </a:r>
                <a:endParaRPr lang="en-US" altLang="ja-JP" dirty="0"/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0D226CD-3E64-DF8A-7276-9B778C8BE0D4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start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CD4B0C03-039F-8AA6-B55C-7D3714287B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AE92C9FC-3C68-1606-34AD-C1C1449F7B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E06C0F3-8EEC-FF84-B023-71B20F632A41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BDD752F2-4D42-640B-16BC-CB4E0B034982}"/>
              </a:ext>
            </a:extLst>
          </p:cNvPr>
          <p:cNvGrpSpPr/>
          <p:nvPr/>
        </p:nvGrpSpPr>
        <p:grpSpPr>
          <a:xfrm>
            <a:off x="962267" y="3080763"/>
            <a:ext cx="3331504" cy="1477328"/>
            <a:chOff x="962267" y="2558249"/>
            <a:chExt cx="3331504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F6F224A3-8A14-7ADB-36A8-30047C0CA154}"/>
                </a:ext>
              </a:extLst>
            </p:cNvPr>
            <p:cNvGrpSpPr/>
            <p:nvPr/>
          </p:nvGrpSpPr>
          <p:grpSpPr>
            <a:xfrm>
              <a:off x="962267" y="2558249"/>
              <a:ext cx="2482383" cy="1477328"/>
              <a:chOff x="962267" y="2558249"/>
              <a:chExt cx="2482383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1C7F6BE-44CC-5531-7A8B-300E95D71F9D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350E961-0500-6987-B4E5-18B40B9F4862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2808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7602FBFB-80AD-6111-EF0C-0E4650E4AA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D637F75D-647F-28D6-E26F-97B1A6831A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CED18FA7-383D-96B2-BAB6-D548DFF7854C}"/>
                </a:ext>
              </a:extLst>
            </p:cNvPr>
            <p:cNvSpPr txBox="1"/>
            <p:nvPr/>
          </p:nvSpPr>
          <p:spPr>
            <a:xfrm>
              <a:off x="3594541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E6595829-8448-25CA-46F4-D195B981D610}"/>
              </a:ext>
            </a:extLst>
          </p:cNvPr>
          <p:cNvGrpSpPr/>
          <p:nvPr/>
        </p:nvGrpSpPr>
        <p:grpSpPr>
          <a:xfrm>
            <a:off x="962267" y="4971253"/>
            <a:ext cx="3331504" cy="1477328"/>
            <a:chOff x="962267" y="4448739"/>
            <a:chExt cx="3331504" cy="1477328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82D50AB0-E342-FD06-87D6-B68EBC0D5C12}"/>
                </a:ext>
              </a:extLst>
            </p:cNvPr>
            <p:cNvGrpSpPr/>
            <p:nvPr/>
          </p:nvGrpSpPr>
          <p:grpSpPr>
            <a:xfrm>
              <a:off x="962267" y="4448739"/>
              <a:ext cx="2482383" cy="1477328"/>
              <a:chOff x="962267" y="2558249"/>
              <a:chExt cx="2482383" cy="1477328"/>
            </a:xfrm>
          </p:grpSpPr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BB7808C-29F3-C4D1-D1B1-D829CB113ECD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594102-DAFC-6DC3-1E38-BE39D88D254A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2808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E2A0E26C-2453-D178-CA9B-E7B7DF541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328AC406-D2D5-7917-3E30-9342C7AF2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22A0BCAC-2B08-202B-0105-FD6C85D46283}"/>
                </a:ext>
              </a:extLst>
            </p:cNvPr>
            <p:cNvSpPr txBox="1"/>
            <p:nvPr/>
          </p:nvSpPr>
          <p:spPr>
            <a:xfrm>
              <a:off x="3594541" y="444873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E7505ACB-1263-77B5-5AD9-0640A67E283F}"/>
              </a:ext>
            </a:extLst>
          </p:cNvPr>
          <p:cNvGrpSpPr/>
          <p:nvPr/>
        </p:nvGrpSpPr>
        <p:grpSpPr>
          <a:xfrm>
            <a:off x="5180640" y="3074351"/>
            <a:ext cx="2453529" cy="1754326"/>
            <a:chOff x="962267" y="585927"/>
            <a:chExt cx="2453529" cy="1754326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1AB565E9-42AC-0B3B-F3D4-94B34D2F0D24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972FF156-1BAA-3D3C-277B-7BAA6FE241EB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BDFBCB6D-C543-458B-E0DD-D7A7BFE16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19798"/>
              <a:ext cx="209586" cy="209586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FDD0F742-D8B9-77AD-0886-F2A94E4F5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B5781F88-CE75-14A3-81D2-076699ED1B53}"/>
              </a:ext>
            </a:extLst>
          </p:cNvPr>
          <p:cNvGrpSpPr/>
          <p:nvPr/>
        </p:nvGrpSpPr>
        <p:grpSpPr>
          <a:xfrm>
            <a:off x="5180640" y="4971253"/>
            <a:ext cx="2453529" cy="1200329"/>
            <a:chOff x="962267" y="585927"/>
            <a:chExt cx="2453529" cy="1200329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FAECA8D5-184C-E5FA-424E-41FED51F8601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F10E9482-DD3F-AB36-B804-F6856BA019D9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FAFCE897-AF04-78F9-F5E9-6DA132208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19798"/>
              <a:ext cx="209586" cy="209586"/>
            </a:xfrm>
            <a:prstGeom prst="rect">
              <a:avLst/>
            </a:prstGeom>
          </p:spPr>
        </p:pic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2646555F-5176-A5D0-A129-1527885E5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503599"/>
              <a:ext cx="209586" cy="209586"/>
            </a:xfrm>
            <a:prstGeom prst="rect">
              <a:avLst/>
            </a:prstGeom>
          </p:spPr>
        </p:pic>
      </p:grp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CE7300F0-9689-3C08-E9E5-EBA40BFD5E82}"/>
              </a:ext>
            </a:extLst>
          </p:cNvPr>
          <p:cNvCxnSpPr>
            <a:cxnSpLocks/>
          </p:cNvCxnSpPr>
          <p:nvPr/>
        </p:nvCxnSpPr>
        <p:spPr>
          <a:xfrm flipV="1">
            <a:off x="4389834" y="5955498"/>
            <a:ext cx="2339220" cy="28408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C7EF0DA4-D864-ACD4-454D-52D84D3E1A1C}"/>
              </a:ext>
            </a:extLst>
          </p:cNvPr>
          <p:cNvCxnSpPr>
            <a:cxnSpLocks/>
          </p:cNvCxnSpPr>
          <p:nvPr/>
        </p:nvCxnSpPr>
        <p:spPr>
          <a:xfrm>
            <a:off x="4389834" y="5395806"/>
            <a:ext cx="2339220" cy="31411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CFA32512-633B-94A1-40D0-2A426534B3F5}"/>
              </a:ext>
            </a:extLst>
          </p:cNvPr>
          <p:cNvCxnSpPr>
            <a:cxnSpLocks/>
          </p:cNvCxnSpPr>
          <p:nvPr/>
        </p:nvCxnSpPr>
        <p:spPr>
          <a:xfrm>
            <a:off x="4293771" y="4378751"/>
            <a:ext cx="2508245" cy="23725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1E99B901-46F0-EE28-21C4-0C8E378EFFF8}"/>
              </a:ext>
            </a:extLst>
          </p:cNvPr>
          <p:cNvCxnSpPr>
            <a:cxnSpLocks/>
          </p:cNvCxnSpPr>
          <p:nvPr/>
        </p:nvCxnSpPr>
        <p:spPr>
          <a:xfrm>
            <a:off x="4426694" y="3523560"/>
            <a:ext cx="2375082" cy="28945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B11C5F60-450F-F31F-6A5F-FDD0F737C0A1}"/>
              </a:ext>
            </a:extLst>
          </p:cNvPr>
          <p:cNvCxnSpPr>
            <a:cxnSpLocks/>
          </p:cNvCxnSpPr>
          <p:nvPr/>
        </p:nvCxnSpPr>
        <p:spPr>
          <a:xfrm>
            <a:off x="4389834" y="1518715"/>
            <a:ext cx="2375082" cy="28945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4034B09B-2220-F35B-FF03-4DFB37FE1832}"/>
              </a:ext>
            </a:extLst>
          </p:cNvPr>
          <p:cNvCxnSpPr>
            <a:cxnSpLocks/>
          </p:cNvCxnSpPr>
          <p:nvPr/>
        </p:nvCxnSpPr>
        <p:spPr>
          <a:xfrm>
            <a:off x="4389834" y="2391448"/>
            <a:ext cx="2375082" cy="28945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9B96CE-F67F-0DC6-BB33-2ABC13E43744}"/>
              </a:ext>
            </a:extLst>
          </p:cNvPr>
          <p:cNvSpPr txBox="1"/>
          <p:nvPr/>
        </p:nvSpPr>
        <p:spPr>
          <a:xfrm>
            <a:off x="196673" y="101014"/>
            <a:ext cx="478207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Paste(</a:t>
            </a:r>
            <a:r>
              <a:rPr kumimoji="1" lang="ja-JP" altLang="en-US" sz="4000" b="1" dirty="0">
                <a:solidFill>
                  <a:schemeClr val="bg1"/>
                </a:solidFill>
              </a:rPr>
              <a:t>改行あり</a:t>
            </a:r>
            <a:r>
              <a:rPr lang="en-US" altLang="ja-JP" sz="4000" b="1" dirty="0">
                <a:solidFill>
                  <a:schemeClr val="bg1"/>
                </a:solidFill>
              </a:rPr>
              <a:t>(1)</a:t>
            </a:r>
            <a:r>
              <a:rPr kumimoji="1" lang="en-US" altLang="ja-JP" sz="4000" b="1" dirty="0">
                <a:solidFill>
                  <a:schemeClr val="bg1"/>
                </a:solidFill>
              </a:rPr>
              <a:t>)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215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F9352-3038-0D9C-336B-83C712F7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E429B1E-D27D-ACDC-C134-2B4C88F94155}"/>
              </a:ext>
            </a:extLst>
          </p:cNvPr>
          <p:cNvGrpSpPr/>
          <p:nvPr/>
        </p:nvGrpSpPr>
        <p:grpSpPr>
          <a:xfrm>
            <a:off x="962267" y="4952591"/>
            <a:ext cx="3331504" cy="1477328"/>
            <a:chOff x="962267" y="4448739"/>
            <a:chExt cx="3331504" cy="1477328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5DCEA8A2-9026-1C9D-10D1-91C1C197503C}"/>
                </a:ext>
              </a:extLst>
            </p:cNvPr>
            <p:cNvGrpSpPr/>
            <p:nvPr/>
          </p:nvGrpSpPr>
          <p:grpSpPr>
            <a:xfrm>
              <a:off x="962267" y="4448739"/>
              <a:ext cx="2466353" cy="1477328"/>
              <a:chOff x="962267" y="2558249"/>
              <a:chExt cx="2466353" cy="1477328"/>
            </a:xfrm>
          </p:grpSpPr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FB82F00-8ECB-60A5-D29F-A8549AFE7FA9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157795D-97D3-B71B-BB16-5797C18C1CCB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62874704-DEB7-3305-F59C-9FCE4A38B9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791AA307-226E-0DDD-B864-1B424D40F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4946545-D7A8-94A2-47A0-F98657F18927}"/>
                </a:ext>
              </a:extLst>
            </p:cNvPr>
            <p:cNvSpPr txBox="1"/>
            <p:nvPr/>
          </p:nvSpPr>
          <p:spPr>
            <a:xfrm>
              <a:off x="3594541" y="444873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C8F358B0-4A97-3B67-AB79-BBD5722369C3}"/>
              </a:ext>
            </a:extLst>
          </p:cNvPr>
          <p:cNvGrpSpPr/>
          <p:nvPr/>
        </p:nvGrpSpPr>
        <p:grpSpPr>
          <a:xfrm>
            <a:off x="962267" y="3062101"/>
            <a:ext cx="3331504" cy="1477328"/>
            <a:chOff x="962267" y="2558249"/>
            <a:chExt cx="3331504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1F7F8D52-01E7-9F2A-0352-5A2AD80F4C12}"/>
                </a:ext>
              </a:extLst>
            </p:cNvPr>
            <p:cNvGrpSpPr/>
            <p:nvPr/>
          </p:nvGrpSpPr>
          <p:grpSpPr>
            <a:xfrm>
              <a:off x="962267" y="2558249"/>
              <a:ext cx="2573754" cy="1477328"/>
              <a:chOff x="962267" y="2558249"/>
              <a:chExt cx="2573754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C882543-7313-1A9B-6248-9BAC19917914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く</a:t>
                </a:r>
                <a:r>
                  <a:rPr lang="ja-JP" altLang="en-US" dirty="0"/>
                  <a:t>けこ</a:t>
                </a:r>
                <a:endParaRPr lang="en-US" altLang="ja-JP" dirty="0"/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7C5F46B0-3AF9-6219-28B7-8C55FAB99BB1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81945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inside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8C822FBD-4467-70B4-F5A4-37E421CAA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E6ED00A4-6A7E-213D-14C1-3F3470709F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4EA4BFEB-14E4-E886-EB19-5A3AF7132374}"/>
                </a:ext>
              </a:extLst>
            </p:cNvPr>
            <p:cNvSpPr txBox="1"/>
            <p:nvPr/>
          </p:nvSpPr>
          <p:spPr>
            <a:xfrm>
              <a:off x="3594541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7505FD0-F5B6-39AC-5459-0240C98B5199}"/>
              </a:ext>
            </a:extLst>
          </p:cNvPr>
          <p:cNvGrpSpPr/>
          <p:nvPr/>
        </p:nvGrpSpPr>
        <p:grpSpPr>
          <a:xfrm>
            <a:off x="962267" y="1089779"/>
            <a:ext cx="3332936" cy="1477328"/>
            <a:chOff x="962267" y="585927"/>
            <a:chExt cx="3332936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BD1BF9F7-EAF7-F018-507E-19BB11DC3118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CB3D04-1E8B-1AA8-7DCF-94BF095ED887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3EDC1D1-1225-EFE0-40F3-E39E47965EA4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69E3607F-1024-15EC-812E-77C9B0CC09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EE07BC63-2E39-4FD8-15E0-27050C17B6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C2F76387-1B7E-EFC4-E8A7-112228975F83}"/>
                </a:ext>
              </a:extLst>
            </p:cNvPr>
            <p:cNvSpPr txBox="1"/>
            <p:nvPr/>
          </p:nvSpPr>
          <p:spPr>
            <a:xfrm>
              <a:off x="3595973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CBDEA4A-3BFA-44FC-04A5-1FBA1E8F2129}"/>
              </a:ext>
            </a:extLst>
          </p:cNvPr>
          <p:cNvGrpSpPr/>
          <p:nvPr/>
        </p:nvGrpSpPr>
        <p:grpSpPr>
          <a:xfrm>
            <a:off x="5180640" y="1089779"/>
            <a:ext cx="2453529" cy="1754326"/>
            <a:chOff x="962267" y="585927"/>
            <a:chExt cx="2453529" cy="1754326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1E8569B4-1125-B521-C40C-8A94AA59CDF3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87719229-F9C3-AA53-3921-03098BD32095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71503F18-956E-5786-AF08-9884529EC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5710"/>
              <a:ext cx="209586" cy="209586"/>
            </a:xfrm>
            <a:prstGeom prst="rect">
              <a:avLst/>
            </a:prstGeom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695FF057-768C-C231-CBB1-57D85D29A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D5D29C75-39BD-F19D-006F-C0F704D823AB}"/>
              </a:ext>
            </a:extLst>
          </p:cNvPr>
          <p:cNvGrpSpPr/>
          <p:nvPr/>
        </p:nvGrpSpPr>
        <p:grpSpPr>
          <a:xfrm>
            <a:off x="5180640" y="3055689"/>
            <a:ext cx="2453529" cy="1754326"/>
            <a:chOff x="962267" y="585927"/>
            <a:chExt cx="2453529" cy="1754326"/>
          </a:xfrm>
        </p:grpSpPr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0698E704-8ECF-8FE7-5A57-252095F64506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r>
                <a:rPr lang="ja-JP" altLang="en-US" dirty="0"/>
                <a:t>けこ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FD7DB075-C740-14FB-59C0-8E9EBA326E50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900DC5A2-FBE7-3EAF-0E1C-CD7446BB8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44588"/>
              <a:ext cx="209586" cy="209586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FF21141F-595D-B46A-6015-29324FEE0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D51EBA39-A977-9C86-E059-2F01BD677441}"/>
              </a:ext>
            </a:extLst>
          </p:cNvPr>
          <p:cNvGrpSpPr/>
          <p:nvPr/>
        </p:nvGrpSpPr>
        <p:grpSpPr>
          <a:xfrm>
            <a:off x="5180640" y="4952591"/>
            <a:ext cx="2453529" cy="1200329"/>
            <a:chOff x="962267" y="585927"/>
            <a:chExt cx="2453529" cy="1200329"/>
          </a:xfrm>
        </p:grpSpPr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AC280214-F351-FD00-E2C4-93EF1D3FC912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49E581A7-A75D-B78D-AE5E-1BDE7D7F2AE1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9B4A397F-CCFE-E638-5BD8-C49AC5D59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26833"/>
              <a:ext cx="209586" cy="209586"/>
            </a:xfrm>
            <a:prstGeom prst="rect">
              <a:avLst/>
            </a:prstGeom>
          </p:spPr>
        </p:pic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3EDBA0DB-776F-583F-9AD7-879836A3B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90465"/>
              <a:ext cx="209586" cy="209586"/>
            </a:xfrm>
            <a:prstGeom prst="rect">
              <a:avLst/>
            </a:prstGeom>
          </p:spPr>
        </p:pic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31046FA6-AA23-719B-C1D6-8C8E22C34E7E}"/>
              </a:ext>
            </a:extLst>
          </p:cNvPr>
          <p:cNvCxnSpPr>
            <a:cxnSpLocks/>
          </p:cNvCxnSpPr>
          <p:nvPr/>
        </p:nvCxnSpPr>
        <p:spPr>
          <a:xfrm flipV="1">
            <a:off x="4462556" y="1538585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75CED567-CCE4-29B4-AF00-C144D56BC80C}"/>
              </a:ext>
            </a:extLst>
          </p:cNvPr>
          <p:cNvCxnSpPr>
            <a:cxnSpLocks/>
          </p:cNvCxnSpPr>
          <p:nvPr/>
        </p:nvCxnSpPr>
        <p:spPr>
          <a:xfrm>
            <a:off x="4428366" y="2402921"/>
            <a:ext cx="2373410" cy="21336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2874900C-F569-4119-A140-C603629FD806}"/>
              </a:ext>
            </a:extLst>
          </p:cNvPr>
          <p:cNvCxnSpPr>
            <a:cxnSpLocks/>
          </p:cNvCxnSpPr>
          <p:nvPr/>
        </p:nvCxnSpPr>
        <p:spPr>
          <a:xfrm flipV="1">
            <a:off x="4462556" y="3519045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EBEB41CE-FBBA-5663-0886-5C22D1EC925A}"/>
              </a:ext>
            </a:extLst>
          </p:cNvPr>
          <p:cNvCxnSpPr>
            <a:cxnSpLocks/>
          </p:cNvCxnSpPr>
          <p:nvPr/>
        </p:nvCxnSpPr>
        <p:spPr>
          <a:xfrm>
            <a:off x="4462556" y="4354373"/>
            <a:ext cx="2339220" cy="22782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47C2A7E8-2F14-701A-2483-7342DD9D5F9A}"/>
              </a:ext>
            </a:extLst>
          </p:cNvPr>
          <p:cNvCxnSpPr>
            <a:cxnSpLocks/>
          </p:cNvCxnSpPr>
          <p:nvPr/>
        </p:nvCxnSpPr>
        <p:spPr>
          <a:xfrm flipV="1">
            <a:off x="4389834" y="5413536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487F7DAE-755F-8CF1-FFEB-D3C5511A5A4B}"/>
              </a:ext>
            </a:extLst>
          </p:cNvPr>
          <p:cNvCxnSpPr>
            <a:cxnSpLocks/>
          </p:cNvCxnSpPr>
          <p:nvPr/>
        </p:nvCxnSpPr>
        <p:spPr>
          <a:xfrm flipV="1">
            <a:off x="4389834" y="5961922"/>
            <a:ext cx="2339220" cy="28408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C5469F1-77DC-E8E4-11E2-761A2988D23D}"/>
              </a:ext>
            </a:extLst>
          </p:cNvPr>
          <p:cNvSpPr txBox="1"/>
          <p:nvPr/>
        </p:nvSpPr>
        <p:spPr>
          <a:xfrm>
            <a:off x="196673" y="101014"/>
            <a:ext cx="478207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Paste(</a:t>
            </a:r>
            <a:r>
              <a:rPr kumimoji="1" lang="ja-JP" altLang="en-US" sz="4000" b="1" dirty="0">
                <a:solidFill>
                  <a:schemeClr val="bg1"/>
                </a:solidFill>
              </a:rPr>
              <a:t>改行あり</a:t>
            </a:r>
            <a:r>
              <a:rPr lang="en-US" altLang="ja-JP" sz="4000" b="1" dirty="0">
                <a:solidFill>
                  <a:schemeClr val="bg1"/>
                </a:solidFill>
              </a:rPr>
              <a:t>(1)</a:t>
            </a:r>
            <a:r>
              <a:rPr kumimoji="1" lang="en-US" altLang="ja-JP" sz="4000" b="1" dirty="0">
                <a:solidFill>
                  <a:schemeClr val="bg1"/>
                </a:solidFill>
              </a:rPr>
              <a:t>)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64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7DAC-C8B9-A2C0-64A4-2403953E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C052D8E-F6D7-4C5F-A786-0C475815C8D0}"/>
              </a:ext>
            </a:extLst>
          </p:cNvPr>
          <p:cNvGrpSpPr/>
          <p:nvPr/>
        </p:nvGrpSpPr>
        <p:grpSpPr>
          <a:xfrm>
            <a:off x="962267" y="3099427"/>
            <a:ext cx="3371468" cy="1477328"/>
            <a:chOff x="962267" y="2558249"/>
            <a:chExt cx="3371468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7FF6F758-D8CA-9539-AA52-13BC43BB94D3}"/>
                </a:ext>
              </a:extLst>
            </p:cNvPr>
            <p:cNvGrpSpPr/>
            <p:nvPr/>
          </p:nvGrpSpPr>
          <p:grpSpPr>
            <a:xfrm>
              <a:off x="962267" y="2558249"/>
              <a:ext cx="2466353" cy="1477328"/>
              <a:chOff x="962267" y="2558249"/>
              <a:chExt cx="2466353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DEFBA90F-8D18-DFDA-95A8-21E856301461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な</a:t>
                </a:r>
                <a:r>
                  <a:rPr lang="ja-JP" altLang="en-US" dirty="0"/>
                  <a:t>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3A6AB80-E47C-CA06-B5A5-C8561652433C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3B8D07A7-725A-B60B-1B2C-1BE3AC8A0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531E458A-2518-3F8B-385C-55F8150EAA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BA1D6D1A-6C2E-A7F5-9AE1-E1BE3697683B}"/>
                </a:ext>
              </a:extLst>
            </p:cNvPr>
            <p:cNvSpPr txBox="1"/>
            <p:nvPr/>
          </p:nvSpPr>
          <p:spPr>
            <a:xfrm>
              <a:off x="3634505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C8658CE9-854E-20FB-204E-F011D41E2655}"/>
              </a:ext>
            </a:extLst>
          </p:cNvPr>
          <p:cNvGrpSpPr/>
          <p:nvPr/>
        </p:nvGrpSpPr>
        <p:grpSpPr>
          <a:xfrm>
            <a:off x="962267" y="1127105"/>
            <a:ext cx="3371468" cy="1477328"/>
            <a:chOff x="962267" y="585927"/>
            <a:chExt cx="3371468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ED034A64-6E10-2F52-8F14-43CB8B463101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68340D9-D859-AFDE-DFB0-3F574D1C5632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な</a:t>
                </a:r>
                <a:r>
                  <a:rPr lang="ja-JP" altLang="en-US" dirty="0"/>
                  <a:t>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AF3898BC-5D5E-FFF3-2157-77D9702CB0CE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B7E3C21F-7117-E791-CC81-0AB3013970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7ACC133B-5D41-4E0F-FE23-4A892FB03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18617980-0A9E-A81D-C251-07773DF8FC52}"/>
                </a:ext>
              </a:extLst>
            </p:cNvPr>
            <p:cNvSpPr txBox="1"/>
            <p:nvPr/>
          </p:nvSpPr>
          <p:spPr>
            <a:xfrm>
              <a:off x="3634505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A48839C1-C931-16F1-4FF5-E4FEBD9B1157}"/>
              </a:ext>
            </a:extLst>
          </p:cNvPr>
          <p:cNvGrpSpPr/>
          <p:nvPr/>
        </p:nvGrpSpPr>
        <p:grpSpPr>
          <a:xfrm>
            <a:off x="5180640" y="1127105"/>
            <a:ext cx="2453529" cy="923330"/>
            <a:chOff x="962267" y="585927"/>
            <a:chExt cx="2453529" cy="923330"/>
          </a:xfrm>
        </p:grpSpPr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538556AA-29BB-CFC9-04AD-ED9A5064459A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r>
                <a:rPr lang="ja-JP" altLang="en-US" dirty="0"/>
                <a:t>にぬねの</a:t>
              </a:r>
              <a:endParaRPr kumimoji="1" lang="ja-JP" altLang="en-US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FBC71F84-3EFB-200C-1A18-4B2119C1A4E5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2E39E1D2-0022-0DD2-8FCC-45E95E5AF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5710"/>
              <a:ext cx="209586" cy="209586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8BB2A787-14EB-54DA-A5CD-8D96BA520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208646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4897301B-7EB1-A376-771D-0480F18CF8D8}"/>
              </a:ext>
            </a:extLst>
          </p:cNvPr>
          <p:cNvGrpSpPr/>
          <p:nvPr/>
        </p:nvGrpSpPr>
        <p:grpSpPr>
          <a:xfrm>
            <a:off x="5180640" y="3093015"/>
            <a:ext cx="2453529" cy="923330"/>
            <a:chOff x="962267" y="585927"/>
            <a:chExt cx="2453529" cy="923330"/>
          </a:xfrm>
        </p:grpSpPr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FAE63DB-BA4A-C169-2AFF-9668D79A2CE0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r>
                <a:rPr lang="ja-JP" altLang="en-US" dirty="0"/>
                <a:t>にぬねの</a:t>
              </a:r>
              <a:endParaRPr kumimoji="1" lang="ja-JP" altLang="en-US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C2F30D18-9562-8258-87F1-DD14812202B4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92FFFCF2-8D84-C9D4-1ADB-1B3851CF7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193165"/>
              <a:ext cx="209586" cy="209586"/>
            </a:xfrm>
            <a:prstGeom prst="rect">
              <a:avLst/>
            </a:prstGeom>
          </p:spPr>
        </p:pic>
      </p:grp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6010F5D2-C0AF-148D-85F8-983E1F0987BA}"/>
              </a:ext>
            </a:extLst>
          </p:cNvPr>
          <p:cNvCxnSpPr>
            <a:cxnSpLocks/>
            <a:endCxn id="22" idx="3"/>
          </p:cNvCxnSpPr>
          <p:nvPr/>
        </p:nvCxnSpPr>
        <p:spPr>
          <a:xfrm>
            <a:off x="4389834" y="1537379"/>
            <a:ext cx="2339220" cy="51391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7A1E83E-DC44-C9C9-255A-0043575E66E9}"/>
              </a:ext>
            </a:extLst>
          </p:cNvPr>
          <p:cNvCxnSpPr>
            <a:cxnSpLocks/>
          </p:cNvCxnSpPr>
          <p:nvPr/>
        </p:nvCxnSpPr>
        <p:spPr>
          <a:xfrm flipV="1">
            <a:off x="4333735" y="1891611"/>
            <a:ext cx="2395319" cy="526408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0486C5DB-471A-56D7-5A27-82CFAB7A989E}"/>
              </a:ext>
            </a:extLst>
          </p:cNvPr>
          <p:cNvCxnSpPr>
            <a:cxnSpLocks/>
          </p:cNvCxnSpPr>
          <p:nvPr/>
        </p:nvCxnSpPr>
        <p:spPr>
          <a:xfrm>
            <a:off x="4389834" y="3550816"/>
            <a:ext cx="2477497" cy="25423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D4C1E3B-4083-C162-A6A1-19F3F2F4A40A}"/>
              </a:ext>
            </a:extLst>
          </p:cNvPr>
          <p:cNvSpPr txBox="1"/>
          <p:nvPr/>
        </p:nvSpPr>
        <p:spPr>
          <a:xfrm>
            <a:off x="196673" y="101014"/>
            <a:ext cx="478207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Paste(</a:t>
            </a:r>
            <a:r>
              <a:rPr kumimoji="1" lang="ja-JP" altLang="en-US" sz="4000" b="1" dirty="0">
                <a:solidFill>
                  <a:schemeClr val="bg1"/>
                </a:solidFill>
              </a:rPr>
              <a:t>改行あり</a:t>
            </a:r>
            <a:r>
              <a:rPr kumimoji="1" lang="en-US" altLang="ja-JP" sz="4000" b="1" dirty="0">
                <a:solidFill>
                  <a:schemeClr val="bg1"/>
                </a:solidFill>
              </a:rPr>
              <a:t>(1))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632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1B21-DAE1-FB69-D4FB-E19773DE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9F20E4D-CF7A-2478-6734-79F7088D47F3}"/>
              </a:ext>
            </a:extLst>
          </p:cNvPr>
          <p:cNvGrpSpPr/>
          <p:nvPr/>
        </p:nvGrpSpPr>
        <p:grpSpPr>
          <a:xfrm>
            <a:off x="5180640" y="893833"/>
            <a:ext cx="2453529" cy="2031325"/>
            <a:chOff x="962267" y="585927"/>
            <a:chExt cx="2453529" cy="2031325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CB7CBE0-A873-F1E0-4009-0F7B74DC576E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r>
                <a:rPr lang="ja-JP" altLang="en-US" dirty="0"/>
                <a:t>きくけこ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BEAA599-72B7-BE1E-6AF8-EC8963B6D9DB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B610A379-8EA3-C9A3-2C7F-0AC55CF4C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99721"/>
              <a:ext cx="209586" cy="209586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283E53F8-15C2-2670-3374-2EC58ED64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296888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FDC275-66DC-11F0-549A-BEF90DEE75D3}"/>
              </a:ext>
            </a:extLst>
          </p:cNvPr>
          <p:cNvGrpSpPr/>
          <p:nvPr/>
        </p:nvGrpSpPr>
        <p:grpSpPr>
          <a:xfrm>
            <a:off x="962267" y="893833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AE3AECA9-52F1-595E-E059-C687A4FB938B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7DF4994-B1E2-CD27-7308-8B12CFB01AC4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</a:t>
                </a:r>
                <a:r>
                  <a:rPr lang="ja-JP" altLang="en-US" dirty="0"/>
                  <a:t>きくけこ</a:t>
                </a:r>
                <a:endParaRPr lang="en-US" altLang="ja-JP" dirty="0"/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E169561-4C61-E397-20A8-9E148E96680D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start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25000A6E-3599-A423-82A2-A5B94008C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A7A9C598-1CF4-AC95-9AE2-CA13AA3AD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18DD551-2578-00D9-C227-47DA080925B0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0CAADF1A-C1C2-DCD4-8E0E-1010742BB4CC}"/>
              </a:ext>
            </a:extLst>
          </p:cNvPr>
          <p:cNvGrpSpPr/>
          <p:nvPr/>
        </p:nvGrpSpPr>
        <p:grpSpPr>
          <a:xfrm>
            <a:off x="962267" y="3080763"/>
            <a:ext cx="3331504" cy="1477328"/>
            <a:chOff x="962267" y="2558249"/>
            <a:chExt cx="3331504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DA8DFFCF-D7F6-F29A-AC0C-8B72C0E35F9B}"/>
                </a:ext>
              </a:extLst>
            </p:cNvPr>
            <p:cNvGrpSpPr/>
            <p:nvPr/>
          </p:nvGrpSpPr>
          <p:grpSpPr>
            <a:xfrm>
              <a:off x="962267" y="2558249"/>
              <a:ext cx="2482383" cy="1477328"/>
              <a:chOff x="962267" y="2558249"/>
              <a:chExt cx="2482383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4FDD3B9-C3C7-BBB2-0343-C0EA1E9EF222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7D58410-4551-9A4D-676C-178EA6C3A21D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2808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8F39730F-3B25-2840-9AED-98058905C2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93B44163-5E98-FE35-64E9-3C03AF9A4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A9B115BF-D858-B802-A798-2E61FBF24A64}"/>
                </a:ext>
              </a:extLst>
            </p:cNvPr>
            <p:cNvSpPr txBox="1"/>
            <p:nvPr/>
          </p:nvSpPr>
          <p:spPr>
            <a:xfrm>
              <a:off x="3594541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31C12796-3A91-828A-CC05-C006020BBC93}"/>
              </a:ext>
            </a:extLst>
          </p:cNvPr>
          <p:cNvGrpSpPr/>
          <p:nvPr/>
        </p:nvGrpSpPr>
        <p:grpSpPr>
          <a:xfrm>
            <a:off x="962267" y="5167194"/>
            <a:ext cx="3331504" cy="1477328"/>
            <a:chOff x="962267" y="4448739"/>
            <a:chExt cx="3331504" cy="1477328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E7FBF86C-3600-F247-3043-CBDDC9A67D40}"/>
                </a:ext>
              </a:extLst>
            </p:cNvPr>
            <p:cNvGrpSpPr/>
            <p:nvPr/>
          </p:nvGrpSpPr>
          <p:grpSpPr>
            <a:xfrm>
              <a:off x="962267" y="4448739"/>
              <a:ext cx="2482383" cy="1477328"/>
              <a:chOff x="962267" y="2558249"/>
              <a:chExt cx="2482383" cy="1477328"/>
            </a:xfrm>
          </p:grpSpPr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18324FBB-AFE0-92EE-7E6C-AC50A588AEE3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F0195BF0-278A-8AD4-8BF9-DCF70E306350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2808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1F3EA70F-C709-D2B4-66E6-7C82C6B0D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6AB607CA-B541-6F1C-1AB2-778FE424F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56217691-E1B9-833E-8D65-234BABF820CD}"/>
                </a:ext>
              </a:extLst>
            </p:cNvPr>
            <p:cNvSpPr txBox="1"/>
            <p:nvPr/>
          </p:nvSpPr>
          <p:spPr>
            <a:xfrm>
              <a:off x="3594541" y="444873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A7D54377-1A44-5B23-04EA-89CF0A5A07C9}"/>
              </a:ext>
            </a:extLst>
          </p:cNvPr>
          <p:cNvGrpSpPr/>
          <p:nvPr/>
        </p:nvGrpSpPr>
        <p:grpSpPr>
          <a:xfrm>
            <a:off x="5180640" y="3074351"/>
            <a:ext cx="2453529" cy="2031325"/>
            <a:chOff x="962267" y="585927"/>
            <a:chExt cx="2453529" cy="2031325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76C95BE-648E-70C5-D646-476BC4425978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D3832CC2-74FF-C4A5-124F-3ADC01D52326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C41785D1-26AD-98F0-2380-01722E2A3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62396"/>
              <a:ext cx="209586" cy="209586"/>
            </a:xfrm>
            <a:prstGeom prst="rect">
              <a:avLst/>
            </a:prstGeom>
          </p:spPr>
        </p:pic>
        <p:pic>
          <p:nvPicPr>
            <p:cNvPr id="35" name="図 34">
              <a:extLst>
                <a:ext uri="{FF2B5EF4-FFF2-40B4-BE49-F238E27FC236}">
                  <a16:creationId xmlns:a16="http://schemas.microsoft.com/office/drawing/2014/main" id="{966A8652-EAD0-94EE-8A52-D2FDEC371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296890"/>
              <a:ext cx="209586" cy="209586"/>
            </a:xfrm>
            <a:prstGeom prst="rect">
              <a:avLst/>
            </a:prstGeom>
          </p:spPr>
        </p:pic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E7D579B-57FD-51BB-D2E2-D424C63860FA}"/>
              </a:ext>
            </a:extLst>
          </p:cNvPr>
          <p:cNvGrpSpPr/>
          <p:nvPr/>
        </p:nvGrpSpPr>
        <p:grpSpPr>
          <a:xfrm>
            <a:off x="5180640" y="5167194"/>
            <a:ext cx="2453529" cy="1754326"/>
            <a:chOff x="962267" y="585927"/>
            <a:chExt cx="2453529" cy="1754326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9442BD5-7B1C-BFED-FDC4-4A409188AF00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/>
                <a:t>たちつてと</a:t>
              </a:r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1589EF14-3092-CAB8-1FEF-75B1044A17A8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B8E17B7D-B8C2-FCCF-F92C-67925003E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99720"/>
              <a:ext cx="209586" cy="209586"/>
            </a:xfrm>
            <a:prstGeom prst="rect">
              <a:avLst/>
            </a:prstGeom>
          </p:spPr>
        </p:pic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E7BE569B-706C-11D9-6EA8-D2BD56FE7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26121"/>
              <a:ext cx="209586" cy="209586"/>
            </a:xfrm>
            <a:prstGeom prst="rect">
              <a:avLst/>
            </a:prstGeom>
          </p:spPr>
        </p:pic>
      </p:grp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0524EE08-71D4-BBA8-97FB-29C6114210A6}"/>
              </a:ext>
            </a:extLst>
          </p:cNvPr>
          <p:cNvCxnSpPr>
            <a:cxnSpLocks/>
          </p:cNvCxnSpPr>
          <p:nvPr/>
        </p:nvCxnSpPr>
        <p:spPr>
          <a:xfrm>
            <a:off x="4389834" y="6435526"/>
            <a:ext cx="2411942" cy="208996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F9971751-CB29-E18B-02E8-92D6DDE76F89}"/>
              </a:ext>
            </a:extLst>
          </p:cNvPr>
          <p:cNvCxnSpPr>
            <a:cxnSpLocks/>
          </p:cNvCxnSpPr>
          <p:nvPr/>
        </p:nvCxnSpPr>
        <p:spPr>
          <a:xfrm>
            <a:off x="4389834" y="5591747"/>
            <a:ext cx="2339220" cy="58511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17DBB15A-D09E-DDBB-3CA0-43E3CACB10EA}"/>
              </a:ext>
            </a:extLst>
          </p:cNvPr>
          <p:cNvCxnSpPr>
            <a:cxnSpLocks/>
          </p:cNvCxnSpPr>
          <p:nvPr/>
        </p:nvCxnSpPr>
        <p:spPr>
          <a:xfrm>
            <a:off x="4293771" y="4378751"/>
            <a:ext cx="2641168" cy="454506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B78CA7B-39D2-D2CF-B3C7-FE8E9CC6E154}"/>
              </a:ext>
            </a:extLst>
          </p:cNvPr>
          <p:cNvCxnSpPr>
            <a:cxnSpLocks/>
          </p:cNvCxnSpPr>
          <p:nvPr/>
        </p:nvCxnSpPr>
        <p:spPr>
          <a:xfrm>
            <a:off x="4426694" y="3523560"/>
            <a:ext cx="2508245" cy="42726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6412091E-7EBD-D0AF-98B0-20871C6C8D53}"/>
              </a:ext>
            </a:extLst>
          </p:cNvPr>
          <p:cNvCxnSpPr>
            <a:cxnSpLocks/>
          </p:cNvCxnSpPr>
          <p:nvPr/>
        </p:nvCxnSpPr>
        <p:spPr>
          <a:xfrm>
            <a:off x="4389834" y="1304107"/>
            <a:ext cx="2411942" cy="50352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BB2349AE-03B2-CBFD-202C-33B55E97715E}"/>
              </a:ext>
            </a:extLst>
          </p:cNvPr>
          <p:cNvCxnSpPr>
            <a:cxnSpLocks/>
          </p:cNvCxnSpPr>
          <p:nvPr/>
        </p:nvCxnSpPr>
        <p:spPr>
          <a:xfrm>
            <a:off x="4389834" y="2176840"/>
            <a:ext cx="2411942" cy="491715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327737-F98B-38F1-C5B5-C0694997A804}"/>
              </a:ext>
            </a:extLst>
          </p:cNvPr>
          <p:cNvSpPr txBox="1"/>
          <p:nvPr/>
        </p:nvSpPr>
        <p:spPr>
          <a:xfrm>
            <a:off x="196673" y="101014"/>
            <a:ext cx="478207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Paste(</a:t>
            </a:r>
            <a:r>
              <a:rPr kumimoji="1" lang="ja-JP" altLang="en-US" sz="4000" b="1" dirty="0">
                <a:solidFill>
                  <a:schemeClr val="bg1"/>
                </a:solidFill>
              </a:rPr>
              <a:t>改行あり</a:t>
            </a:r>
            <a:r>
              <a:rPr lang="en-US" altLang="ja-JP" sz="4000" b="1" dirty="0">
                <a:solidFill>
                  <a:schemeClr val="bg1"/>
                </a:solidFill>
              </a:rPr>
              <a:t>(2)</a:t>
            </a:r>
            <a:r>
              <a:rPr kumimoji="1" lang="en-US" altLang="ja-JP" sz="4000" b="1" dirty="0">
                <a:solidFill>
                  <a:schemeClr val="bg1"/>
                </a:solidFill>
              </a:rPr>
              <a:t>)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747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4B34-16FA-F9DA-2F3D-F0B3DD15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108D668-8147-4DC6-87D3-6CD4404B29CD}"/>
              </a:ext>
            </a:extLst>
          </p:cNvPr>
          <p:cNvGrpSpPr/>
          <p:nvPr/>
        </p:nvGrpSpPr>
        <p:grpSpPr>
          <a:xfrm>
            <a:off x="962267" y="4952591"/>
            <a:ext cx="3331504" cy="1477328"/>
            <a:chOff x="962267" y="4448739"/>
            <a:chExt cx="3331504" cy="1477328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2044E4A5-7252-FC07-F8A8-CA583969B9AD}"/>
                </a:ext>
              </a:extLst>
            </p:cNvPr>
            <p:cNvGrpSpPr/>
            <p:nvPr/>
          </p:nvGrpSpPr>
          <p:grpSpPr>
            <a:xfrm>
              <a:off x="962267" y="4448739"/>
              <a:ext cx="2466353" cy="1477328"/>
              <a:chOff x="962267" y="2558249"/>
              <a:chExt cx="2466353" cy="1477328"/>
            </a:xfrm>
          </p:grpSpPr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C8EBD70-DB5E-02FC-EC5E-FCAF9A520679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5CA53109-4DC3-9F9D-4C6F-0773ABD5AEA8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911D5CCE-3B7C-DA56-3425-EFD9697A78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7D3FC8F8-9321-F96D-DC33-DBCFD51FE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1834508E-595B-7305-60A5-BBF0DC214A04}"/>
                </a:ext>
              </a:extLst>
            </p:cNvPr>
            <p:cNvSpPr txBox="1"/>
            <p:nvPr/>
          </p:nvSpPr>
          <p:spPr>
            <a:xfrm>
              <a:off x="3594541" y="444873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F0BDEB0-EAB6-13B4-2B44-AA2A30856B43}"/>
              </a:ext>
            </a:extLst>
          </p:cNvPr>
          <p:cNvGrpSpPr/>
          <p:nvPr/>
        </p:nvGrpSpPr>
        <p:grpSpPr>
          <a:xfrm>
            <a:off x="962267" y="2884812"/>
            <a:ext cx="3331504" cy="1477328"/>
            <a:chOff x="962267" y="2558249"/>
            <a:chExt cx="3331504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7501F822-72EC-2484-2C3B-86BA3545409F}"/>
                </a:ext>
              </a:extLst>
            </p:cNvPr>
            <p:cNvGrpSpPr/>
            <p:nvPr/>
          </p:nvGrpSpPr>
          <p:grpSpPr>
            <a:xfrm>
              <a:off x="962267" y="2558249"/>
              <a:ext cx="2573754" cy="1477328"/>
              <a:chOff x="962267" y="2558249"/>
              <a:chExt cx="2573754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C9D02CC-00E3-6074-D2B5-F509F936918E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く</a:t>
                </a:r>
                <a:r>
                  <a:rPr lang="ja-JP" altLang="en-US" dirty="0"/>
                  <a:t>けこ</a:t>
                </a:r>
                <a:endParaRPr lang="en-US" altLang="ja-JP" dirty="0"/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20326E8-73A8-F1A5-E215-817A103C7170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81945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inside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38DF4F32-DBF6-78B3-8187-69B73135F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4489C53E-1F7C-46EE-9A5A-8897F4EEF1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039D5F1-85DB-5F67-284A-8729282783AF}"/>
                </a:ext>
              </a:extLst>
            </p:cNvPr>
            <p:cNvSpPr txBox="1"/>
            <p:nvPr/>
          </p:nvSpPr>
          <p:spPr>
            <a:xfrm>
              <a:off x="3594541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0DD47CC-B876-44A0-3357-D1DDBF108D48}"/>
              </a:ext>
            </a:extLst>
          </p:cNvPr>
          <p:cNvGrpSpPr/>
          <p:nvPr/>
        </p:nvGrpSpPr>
        <p:grpSpPr>
          <a:xfrm>
            <a:off x="962267" y="791199"/>
            <a:ext cx="3332936" cy="1477328"/>
            <a:chOff x="962267" y="585927"/>
            <a:chExt cx="3332936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6CCCF358-BCDE-5445-E0F4-A38D2891DA88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1542017-0490-5072-6537-2B2873341531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たちつてと</a:t>
                </a:r>
                <a:endParaRPr kumimoji="1" lang="en-US" altLang="ja-JP" dirty="0"/>
              </a:p>
              <a:p>
                <a:r>
                  <a:rPr lang="ja-JP" altLang="en-US" dirty="0"/>
                  <a:t>なにぬねの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DE237D8-4816-0FD3-BE92-11A5EADC2CD0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AEF5FD8D-FDB1-32EC-EF68-A7EA006BB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CAAD9A98-FDC4-1E9D-0466-ACE9828A82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70866A05-02B1-3B24-B9E4-0D465FF683CD}"/>
                </a:ext>
              </a:extLst>
            </p:cNvPr>
            <p:cNvSpPr txBox="1"/>
            <p:nvPr/>
          </p:nvSpPr>
          <p:spPr>
            <a:xfrm>
              <a:off x="3595973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38508920-0F4F-A697-C546-FA693A2C455B}"/>
              </a:ext>
            </a:extLst>
          </p:cNvPr>
          <p:cNvGrpSpPr/>
          <p:nvPr/>
        </p:nvGrpSpPr>
        <p:grpSpPr>
          <a:xfrm>
            <a:off x="5180640" y="791199"/>
            <a:ext cx="2453529" cy="2031325"/>
            <a:chOff x="962267" y="585927"/>
            <a:chExt cx="2453529" cy="2031325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85A5209B-6741-2721-B889-F88FD28A5487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C084522-A88E-8537-6153-C6EAE5597783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7F5FF27F-4685-A723-E02C-652629AFA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5710"/>
              <a:ext cx="209586" cy="209586"/>
            </a:xfrm>
            <a:prstGeom prst="rect">
              <a:avLst/>
            </a:prstGeom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D1382B5D-4FE1-31D0-353A-5A5EB2304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296890"/>
              <a:ext cx="209586" cy="209586"/>
            </a:xfrm>
            <a:prstGeom prst="rect">
              <a:avLst/>
            </a:prstGeom>
          </p:spPr>
        </p:pic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93D62BD0-6D2D-97F8-18C3-990D0D18784C}"/>
              </a:ext>
            </a:extLst>
          </p:cNvPr>
          <p:cNvGrpSpPr/>
          <p:nvPr/>
        </p:nvGrpSpPr>
        <p:grpSpPr>
          <a:xfrm>
            <a:off x="5180640" y="2878400"/>
            <a:ext cx="2453529" cy="2031325"/>
            <a:chOff x="962267" y="585927"/>
            <a:chExt cx="2453529" cy="2031325"/>
          </a:xfrm>
        </p:grpSpPr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22F07929-948D-E4FA-9D7C-D3860DB499DF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r>
                <a:rPr lang="ja-JP" altLang="en-US" dirty="0"/>
                <a:t>けこ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C64E7B89-CFFC-399B-07F6-2087FF8DEC7B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4028372D-3435-D98E-5787-962C41CDE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44588"/>
              <a:ext cx="209586" cy="209586"/>
            </a:xfrm>
            <a:prstGeom prst="rect">
              <a:avLst/>
            </a:prstGeom>
          </p:spPr>
        </p:pic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A088F167-117D-333A-2395-E437BCD3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07639"/>
              <a:ext cx="209586" cy="209586"/>
            </a:xfrm>
            <a:prstGeom prst="rect">
              <a:avLst/>
            </a:prstGeom>
          </p:spPr>
        </p:pic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DDB2B046-9EB4-7E66-D036-0255384241E0}"/>
              </a:ext>
            </a:extLst>
          </p:cNvPr>
          <p:cNvGrpSpPr/>
          <p:nvPr/>
        </p:nvGrpSpPr>
        <p:grpSpPr>
          <a:xfrm>
            <a:off x="5180640" y="4952591"/>
            <a:ext cx="2453529" cy="1754326"/>
            <a:chOff x="962267" y="585927"/>
            <a:chExt cx="2453529" cy="1754326"/>
          </a:xfrm>
        </p:grpSpPr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582FD111-187C-CEE4-88CC-0D170B888F9A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/>
                <a:t>たちつてと</a:t>
              </a:r>
              <a:endParaRPr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88504706-62BE-7501-4C23-5498DDA21919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EDACE7CB-034D-1266-30EA-69B1EB89A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26833"/>
              <a:ext cx="209586" cy="209586"/>
            </a:xfrm>
            <a:prstGeom prst="rect">
              <a:avLst/>
            </a:prstGeom>
          </p:spPr>
        </p:pic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179BE2E7-4E2C-7B3B-6057-1508ABCDE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12983"/>
              <a:ext cx="209586" cy="209586"/>
            </a:xfrm>
            <a:prstGeom prst="rect">
              <a:avLst/>
            </a:prstGeom>
          </p:spPr>
        </p:pic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813E5032-A654-4791-3FA7-CA9CBBC1B9C4}"/>
              </a:ext>
            </a:extLst>
          </p:cNvPr>
          <p:cNvCxnSpPr>
            <a:cxnSpLocks/>
          </p:cNvCxnSpPr>
          <p:nvPr/>
        </p:nvCxnSpPr>
        <p:spPr>
          <a:xfrm flipV="1">
            <a:off x="4462556" y="1240005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990BA822-42B7-5DFC-E9D0-A5BE580C3F5E}"/>
              </a:ext>
            </a:extLst>
          </p:cNvPr>
          <p:cNvCxnSpPr>
            <a:cxnSpLocks/>
          </p:cNvCxnSpPr>
          <p:nvPr/>
        </p:nvCxnSpPr>
        <p:spPr>
          <a:xfrm>
            <a:off x="4428366" y="2104341"/>
            <a:ext cx="2373410" cy="470908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A57947D-A136-12DA-8D36-AB2A7B00B6AC}"/>
              </a:ext>
            </a:extLst>
          </p:cNvPr>
          <p:cNvCxnSpPr>
            <a:cxnSpLocks/>
          </p:cNvCxnSpPr>
          <p:nvPr/>
        </p:nvCxnSpPr>
        <p:spPr>
          <a:xfrm flipV="1">
            <a:off x="4462556" y="3341756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82024C7F-E0F1-AA12-F446-BCB07654CC71}"/>
              </a:ext>
            </a:extLst>
          </p:cNvPr>
          <p:cNvCxnSpPr>
            <a:cxnSpLocks/>
          </p:cNvCxnSpPr>
          <p:nvPr/>
        </p:nvCxnSpPr>
        <p:spPr>
          <a:xfrm>
            <a:off x="4462556" y="4177084"/>
            <a:ext cx="2339220" cy="50688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1BF2810B-2BE3-1E18-C616-B9DA793C4C3E}"/>
              </a:ext>
            </a:extLst>
          </p:cNvPr>
          <p:cNvCxnSpPr>
            <a:cxnSpLocks/>
          </p:cNvCxnSpPr>
          <p:nvPr/>
        </p:nvCxnSpPr>
        <p:spPr>
          <a:xfrm flipV="1">
            <a:off x="4389834" y="5413536"/>
            <a:ext cx="2339220" cy="1993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C117F038-F55F-CED3-C84F-C97B5B8A9125}"/>
              </a:ext>
            </a:extLst>
          </p:cNvPr>
          <p:cNvCxnSpPr>
            <a:cxnSpLocks/>
          </p:cNvCxnSpPr>
          <p:nvPr/>
        </p:nvCxnSpPr>
        <p:spPr>
          <a:xfrm>
            <a:off x="4389834" y="6246009"/>
            <a:ext cx="2411942" cy="257428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87BC335-B586-59E6-A5A5-EE0AE228DFDA}"/>
              </a:ext>
            </a:extLst>
          </p:cNvPr>
          <p:cNvSpPr txBox="1"/>
          <p:nvPr/>
        </p:nvSpPr>
        <p:spPr>
          <a:xfrm>
            <a:off x="196673" y="101014"/>
            <a:ext cx="478207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Paste(</a:t>
            </a:r>
            <a:r>
              <a:rPr kumimoji="1" lang="ja-JP" altLang="en-US" sz="4000" b="1" dirty="0">
                <a:solidFill>
                  <a:schemeClr val="bg1"/>
                </a:solidFill>
              </a:rPr>
              <a:t>改行あり</a:t>
            </a:r>
            <a:r>
              <a:rPr lang="en-US" altLang="ja-JP" sz="4000" b="1" dirty="0">
                <a:solidFill>
                  <a:schemeClr val="bg1"/>
                </a:solidFill>
              </a:rPr>
              <a:t>(2)</a:t>
            </a:r>
            <a:r>
              <a:rPr kumimoji="1" lang="en-US" altLang="ja-JP" sz="4000" b="1" dirty="0">
                <a:solidFill>
                  <a:schemeClr val="bg1"/>
                </a:solidFill>
              </a:rPr>
              <a:t>)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032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FFDE-A4A7-8FDB-B7A0-7B3DC504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2AA6D39-6F53-60CA-2F61-A483972BCF0F}"/>
              </a:ext>
            </a:extLst>
          </p:cNvPr>
          <p:cNvGrpSpPr/>
          <p:nvPr/>
        </p:nvGrpSpPr>
        <p:grpSpPr>
          <a:xfrm>
            <a:off x="962267" y="2679550"/>
            <a:ext cx="3371468" cy="1477328"/>
            <a:chOff x="962267" y="2558249"/>
            <a:chExt cx="3371468" cy="1477328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290681C-C8EA-B0EF-D2AB-CCFDAB2C8484}"/>
                </a:ext>
              </a:extLst>
            </p:cNvPr>
            <p:cNvGrpSpPr/>
            <p:nvPr/>
          </p:nvGrpSpPr>
          <p:grpSpPr>
            <a:xfrm>
              <a:off x="962267" y="2558249"/>
              <a:ext cx="2466353" cy="1477328"/>
              <a:chOff x="962267" y="2558249"/>
              <a:chExt cx="2466353" cy="1477328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F1C1DB3-A827-83B3-C7C0-8077E350695B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かきくけこ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な</a:t>
                </a:r>
                <a:r>
                  <a:rPr lang="ja-JP" altLang="en-US" dirty="0"/>
                  <a:t>にぬねの</a:t>
                </a:r>
                <a:endParaRPr kumimoji="1" lang="ja-JP" altLang="en-US" dirty="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3C823C8-F033-209E-D2B4-A7F253D3FB78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all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A32F05DF-6BF3-2D32-154B-8453D3D374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2913079A-0E6C-E438-0AC0-79A63F9662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78DABBEB-D713-5DCE-2BF1-5EB01E566C15}"/>
                </a:ext>
              </a:extLst>
            </p:cNvPr>
            <p:cNvSpPr txBox="1"/>
            <p:nvPr/>
          </p:nvSpPr>
          <p:spPr>
            <a:xfrm>
              <a:off x="3634505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D40704E4-10EF-9768-5A31-656BABDDE0AE}"/>
              </a:ext>
            </a:extLst>
          </p:cNvPr>
          <p:cNvGrpSpPr/>
          <p:nvPr/>
        </p:nvGrpSpPr>
        <p:grpSpPr>
          <a:xfrm>
            <a:off x="962267" y="1127105"/>
            <a:ext cx="3371468" cy="1477328"/>
            <a:chOff x="962267" y="585927"/>
            <a:chExt cx="3371468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9BD51973-024B-1811-5CB8-827745A985B8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50A83F2-527E-CE58-8BB1-D9841F923A59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こ</a:t>
                </a:r>
                <a:endParaRPr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さしすせそ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な</a:t>
                </a:r>
                <a:r>
                  <a:rPr lang="ja-JP" altLang="en-US" dirty="0"/>
                  <a:t>にぬねの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CDC8143-5077-2E3D-51E7-A6F5D373DCCF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lang="en-US" altLang="ja-JP" dirty="0"/>
                  <a:t>all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15EBDF9E-9C53-384C-E174-1711C533B9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92269F97-C22C-EF3E-DBE2-E51A1C252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DD4E6E9-F696-9048-28FF-0EEA140F4F27}"/>
                </a:ext>
              </a:extLst>
            </p:cNvPr>
            <p:cNvSpPr txBox="1"/>
            <p:nvPr/>
          </p:nvSpPr>
          <p:spPr>
            <a:xfrm>
              <a:off x="3634505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C3AE08E5-83A9-D276-06B3-FFE4425053B0}"/>
              </a:ext>
            </a:extLst>
          </p:cNvPr>
          <p:cNvGrpSpPr/>
          <p:nvPr/>
        </p:nvGrpSpPr>
        <p:grpSpPr>
          <a:xfrm>
            <a:off x="5180640" y="1127105"/>
            <a:ext cx="2453529" cy="1200329"/>
            <a:chOff x="962267" y="585927"/>
            <a:chExt cx="2453529" cy="1200329"/>
          </a:xfrm>
        </p:grpSpPr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0EBC245-7D46-B265-9C12-559729CF7B2C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r>
                <a:rPr lang="ja-JP" altLang="en-US" dirty="0"/>
                <a:t>にぬねの</a:t>
              </a:r>
              <a:endParaRPr kumimoji="1" lang="ja-JP" altLang="en-US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3D8164B-CF51-25CD-F563-AEE48DD4CDB6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DE6D6542-C7B8-6A4C-5CAC-D45B13F75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35710"/>
              <a:ext cx="209586" cy="209586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A49A5CDA-CF69-3137-6088-FDA191BE6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69907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CEC3E49-C8E1-9C78-B0E8-D87F24E8E022}"/>
              </a:ext>
            </a:extLst>
          </p:cNvPr>
          <p:cNvGrpSpPr/>
          <p:nvPr/>
        </p:nvGrpSpPr>
        <p:grpSpPr>
          <a:xfrm>
            <a:off x="5180640" y="2673138"/>
            <a:ext cx="2453529" cy="1200329"/>
            <a:chOff x="962267" y="585927"/>
            <a:chExt cx="2453529" cy="1200329"/>
          </a:xfrm>
        </p:grpSpPr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0F2B7844-43A3-FE27-2CFC-D3B407C491D1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r>
                <a:rPr lang="ja-JP" altLang="en-US" dirty="0"/>
                <a:t>にぬねの</a:t>
              </a:r>
              <a:endParaRPr kumimoji="1" lang="ja-JP" altLang="en-US" dirty="0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C642682D-A355-9719-7D1E-3B16761BDC60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06E46C95-FC11-BA41-9E04-07BEAC126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1482418"/>
              <a:ext cx="209586" cy="209586"/>
            </a:xfrm>
            <a:prstGeom prst="rect">
              <a:avLst/>
            </a:prstGeom>
          </p:spPr>
        </p:pic>
      </p:grp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4EF1DCF-4F7C-690A-DA36-343D8DEA429A}"/>
              </a:ext>
            </a:extLst>
          </p:cNvPr>
          <p:cNvCxnSpPr>
            <a:cxnSpLocks/>
          </p:cNvCxnSpPr>
          <p:nvPr/>
        </p:nvCxnSpPr>
        <p:spPr>
          <a:xfrm>
            <a:off x="4389834" y="1537379"/>
            <a:ext cx="2477497" cy="7681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CA857BD1-0610-FF47-312E-A8F3063C024A}"/>
              </a:ext>
            </a:extLst>
          </p:cNvPr>
          <p:cNvCxnSpPr>
            <a:cxnSpLocks/>
          </p:cNvCxnSpPr>
          <p:nvPr/>
        </p:nvCxnSpPr>
        <p:spPr>
          <a:xfrm flipV="1">
            <a:off x="4333735" y="2127380"/>
            <a:ext cx="2533596" cy="290639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C1796E99-8CE2-7F3C-F1A8-C91702489A6F}"/>
              </a:ext>
            </a:extLst>
          </p:cNvPr>
          <p:cNvCxnSpPr>
            <a:cxnSpLocks/>
          </p:cNvCxnSpPr>
          <p:nvPr/>
        </p:nvCxnSpPr>
        <p:spPr>
          <a:xfrm>
            <a:off x="4389834" y="3130939"/>
            <a:ext cx="2477497" cy="508000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BAAEFF-640F-06B1-F688-46E0E2BE4BD3}"/>
              </a:ext>
            </a:extLst>
          </p:cNvPr>
          <p:cNvSpPr txBox="1"/>
          <p:nvPr/>
        </p:nvSpPr>
        <p:spPr>
          <a:xfrm>
            <a:off x="196673" y="101014"/>
            <a:ext cx="478207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Paste(</a:t>
            </a:r>
            <a:r>
              <a:rPr kumimoji="1" lang="ja-JP" altLang="en-US" sz="4000" b="1" dirty="0">
                <a:solidFill>
                  <a:schemeClr val="bg1"/>
                </a:solidFill>
              </a:rPr>
              <a:t>改行あり</a:t>
            </a:r>
            <a:r>
              <a:rPr kumimoji="1" lang="en-US" altLang="ja-JP" sz="4000" b="1" dirty="0">
                <a:solidFill>
                  <a:schemeClr val="bg1"/>
                </a:solidFill>
              </a:rPr>
              <a:t>(2))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35950303-0FD7-0A7F-0D3E-7864659B17B2}"/>
              </a:ext>
            </a:extLst>
          </p:cNvPr>
          <p:cNvGrpSpPr/>
          <p:nvPr/>
        </p:nvGrpSpPr>
        <p:grpSpPr>
          <a:xfrm>
            <a:off x="962267" y="4358271"/>
            <a:ext cx="3371468" cy="1477328"/>
            <a:chOff x="962267" y="2558249"/>
            <a:chExt cx="3371468" cy="1477328"/>
          </a:xfrm>
        </p:grpSpPr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1A993AE6-CC1D-D3A3-91EB-A9C4E85E9CD6}"/>
                </a:ext>
              </a:extLst>
            </p:cNvPr>
            <p:cNvGrpSpPr/>
            <p:nvPr/>
          </p:nvGrpSpPr>
          <p:grpSpPr>
            <a:xfrm>
              <a:off x="962267" y="2558249"/>
              <a:ext cx="2466353" cy="1477328"/>
              <a:chOff x="962267" y="2558249"/>
              <a:chExt cx="2466353" cy="1477328"/>
            </a:xfrm>
          </p:grpSpPr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EA220E64-9833-0761-8836-A0350BE23B91}"/>
                  </a:ext>
                </a:extLst>
              </p:cNvPr>
              <p:cNvSpPr txBox="1"/>
              <p:nvPr/>
            </p:nvSpPr>
            <p:spPr>
              <a:xfrm>
                <a:off x="1171853" y="2558249"/>
                <a:ext cx="133882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あいうえお</a:t>
                </a:r>
                <a:endParaRPr kumimoji="1" lang="en-US" altLang="ja-JP" dirty="0"/>
              </a:p>
              <a:p>
                <a:r>
                  <a:rPr lang="ja-JP" altLang="en-US" dirty="0"/>
                  <a:t>かきくけこ</a:t>
                </a:r>
                <a:endParaRPr lang="en-US" altLang="ja-JP" dirty="0"/>
              </a:p>
              <a:p>
                <a:r>
                  <a:rPr kumimoji="1" lang="ja-JP" altLang="en-US" dirty="0"/>
                  <a:t>さしすせそ</a:t>
                </a:r>
                <a:endParaRPr kumimoji="1" lang="en-US" altLang="ja-JP" dirty="0"/>
              </a:p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たちつてと</a:t>
                </a:r>
                <a:endParaRPr kumimoji="1" lang="en-US" altLang="ja-JP" dirty="0">
                  <a:solidFill>
                    <a:srgbClr val="FF0000"/>
                  </a:solidFill>
                </a:endParaRPr>
              </a:p>
              <a:p>
                <a:r>
                  <a:rPr lang="ja-JP" altLang="en-US" dirty="0">
                    <a:solidFill>
                      <a:srgbClr val="FF0000"/>
                    </a:solidFill>
                  </a:rPr>
                  <a:t>な</a:t>
                </a:r>
                <a:r>
                  <a:rPr lang="ja-JP" altLang="en-US" dirty="0"/>
                  <a:t>にぬねの</a:t>
                </a:r>
                <a:endParaRPr kumimoji="1" lang="ja-JP" altLang="en-US" dirty="0"/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35E382D5-7941-9E2A-1E44-B824E7B87F0A}"/>
                  </a:ext>
                </a:extLst>
              </p:cNvPr>
              <p:cNvSpPr txBox="1"/>
              <p:nvPr/>
            </p:nvSpPr>
            <p:spPr>
              <a:xfrm>
                <a:off x="2716566" y="2558249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  <a:endParaRPr kumimoji="1" lang="en-US" altLang="ja-JP" dirty="0"/>
              </a:p>
              <a:p>
                <a:r>
                  <a:rPr lang="en-US" altLang="ja-JP" dirty="0"/>
                  <a:t>all</a:t>
                </a:r>
              </a:p>
              <a:p>
                <a:r>
                  <a:rPr kumimoji="1" lang="en-US" altLang="ja-JP" dirty="0"/>
                  <a:t>start</a:t>
                </a:r>
                <a:endParaRPr kumimoji="1" lang="ja-JP" altLang="en-US" dirty="0"/>
              </a:p>
            </p:txBody>
          </p:sp>
          <p:pic>
            <p:nvPicPr>
              <p:cNvPr id="38" name="図 37">
                <a:extLst>
                  <a:ext uri="{FF2B5EF4-FFF2-40B4-BE49-F238E27FC236}">
                    <a16:creationId xmlns:a16="http://schemas.microsoft.com/office/drawing/2014/main" id="{C5734540-FB87-2249-B8CB-A97E2A43F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2904845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39" name="図 38">
                <a:extLst>
                  <a:ext uri="{FF2B5EF4-FFF2-40B4-BE49-F238E27FC236}">
                    <a16:creationId xmlns:a16="http://schemas.microsoft.com/office/drawing/2014/main" id="{9F1A72F7-3EFA-16C5-F829-F7B85F902D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3721788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DDCAA9FC-8438-D914-60C4-A78D4A6996CE}"/>
                </a:ext>
              </a:extLst>
            </p:cNvPr>
            <p:cNvSpPr txBox="1"/>
            <p:nvPr/>
          </p:nvSpPr>
          <p:spPr>
            <a:xfrm>
              <a:off x="3634505" y="2558249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C3E7CC06-E5DA-D7D2-F58D-BD3A7862D776}"/>
              </a:ext>
            </a:extLst>
          </p:cNvPr>
          <p:cNvGrpSpPr/>
          <p:nvPr/>
        </p:nvGrpSpPr>
        <p:grpSpPr>
          <a:xfrm>
            <a:off x="5180640" y="4351859"/>
            <a:ext cx="2453529" cy="1754326"/>
            <a:chOff x="962267" y="585927"/>
            <a:chExt cx="2453529" cy="1754326"/>
          </a:xfrm>
        </p:grpSpPr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EBC529CF-D781-1C3D-D671-57013AC263C9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かきくけこ</a:t>
              </a:r>
              <a:endParaRPr lang="en-US" altLang="ja-JP" dirty="0"/>
            </a:p>
            <a:p>
              <a:r>
                <a:rPr lang="ja-JP" altLang="en-US" dirty="0"/>
                <a:t>さしすせそ</a:t>
              </a:r>
              <a:endParaRPr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宇</a:t>
              </a:r>
              <a:r>
                <a:rPr lang="ja-JP" altLang="en-US" dirty="0"/>
                <a:t>にぬねの</a:t>
              </a:r>
              <a:endParaRPr kumimoji="1" lang="ja-JP" altLang="en-US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AA9AC488-9A9B-B03D-3614-245A0441762C}"/>
                </a:ext>
              </a:extLst>
            </p:cNvPr>
            <p:cNvSpPr txBox="1"/>
            <p:nvPr/>
          </p:nvSpPr>
          <p:spPr>
            <a:xfrm>
              <a:off x="2716566" y="585927"/>
              <a:ext cx="69923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en-US" altLang="ja-JP" dirty="0"/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true</a:t>
              </a:r>
              <a:endParaRPr kumimoji="1" lang="ja-JP" altLang="en-US" dirty="0"/>
            </a:p>
          </p:txBody>
        </p:sp>
        <p:pic>
          <p:nvPicPr>
            <p:cNvPr id="43" name="図 42">
              <a:extLst>
                <a:ext uri="{FF2B5EF4-FFF2-40B4-BE49-F238E27FC236}">
                  <a16:creationId xmlns:a16="http://schemas.microsoft.com/office/drawing/2014/main" id="{1CE77BC6-8C4E-69BA-1C19-D2EF4264A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30120"/>
              <a:ext cx="209586" cy="209586"/>
            </a:xfrm>
            <a:prstGeom prst="rect">
              <a:avLst/>
            </a:prstGeom>
          </p:spPr>
        </p:pic>
      </p:grp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92271274-A29D-44D4-6AAD-927237A4DC15}"/>
              </a:ext>
            </a:extLst>
          </p:cNvPr>
          <p:cNvCxnSpPr>
            <a:cxnSpLocks/>
          </p:cNvCxnSpPr>
          <p:nvPr/>
        </p:nvCxnSpPr>
        <p:spPr>
          <a:xfrm>
            <a:off x="4389834" y="4809660"/>
            <a:ext cx="2545105" cy="9759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>
            <a:extLst>
              <a:ext uri="{FF2B5EF4-FFF2-40B4-BE49-F238E27FC236}">
                <a16:creationId xmlns:a16="http://schemas.microsoft.com/office/drawing/2014/main" id="{7595C23A-AE12-7B8D-F727-A62708747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640" y="4714626"/>
            <a:ext cx="209586" cy="209586"/>
          </a:xfrm>
          <a:prstGeom prst="rect">
            <a:avLst/>
          </a:prstGeom>
        </p:spPr>
      </p:pic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DA1E20DC-B31E-FDAE-7F9F-9F908074DA6F}"/>
              </a:ext>
            </a:extLst>
          </p:cNvPr>
          <p:cNvCxnSpPr>
            <a:cxnSpLocks/>
          </p:cNvCxnSpPr>
          <p:nvPr/>
        </p:nvCxnSpPr>
        <p:spPr>
          <a:xfrm>
            <a:off x="4389834" y="5632496"/>
            <a:ext cx="2545105" cy="268349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77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00CF-605B-CBE2-BB16-F4596724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D7855D4-3C38-935E-F5EA-57ED2098F72B}"/>
              </a:ext>
            </a:extLst>
          </p:cNvPr>
          <p:cNvGrpSpPr/>
          <p:nvPr/>
        </p:nvGrpSpPr>
        <p:grpSpPr>
          <a:xfrm>
            <a:off x="5180640" y="893833"/>
            <a:ext cx="2466353" cy="1754326"/>
            <a:chOff x="962267" y="585927"/>
            <a:chExt cx="2466353" cy="1754326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6019E19-C754-BB4E-1A85-D12A607F249C}"/>
                </a:ext>
              </a:extLst>
            </p:cNvPr>
            <p:cNvSpPr txBox="1"/>
            <p:nvPr/>
          </p:nvSpPr>
          <p:spPr>
            <a:xfrm>
              <a:off x="1171853" y="585927"/>
              <a:ext cx="156966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かきくけこ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3AEE8C1-507A-90A4-5F25-E1AEA596B08C}"/>
                </a:ext>
              </a:extLst>
            </p:cNvPr>
            <p:cNvSpPr txBox="1"/>
            <p:nvPr/>
          </p:nvSpPr>
          <p:spPr>
            <a:xfrm>
              <a:off x="2716566" y="585927"/>
              <a:ext cx="712054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none</a:t>
              </a:r>
            </a:p>
            <a:p>
              <a:r>
                <a:rPr lang="en-US" altLang="ja-JP" dirty="0"/>
                <a:t>end</a:t>
              </a:r>
            </a:p>
            <a:p>
              <a:r>
                <a:rPr kumimoji="1" lang="en-US" altLang="ja-JP" dirty="0"/>
                <a:t>all</a:t>
              </a:r>
            </a:p>
            <a:p>
              <a:r>
                <a:rPr kumimoji="1" lang="en-US" altLang="ja-JP" dirty="0"/>
                <a:t>none</a:t>
              </a:r>
            </a:p>
            <a:p>
              <a:r>
                <a:rPr lang="en-US" altLang="ja-JP" dirty="0"/>
                <a:t>none</a:t>
              </a:r>
            </a:p>
            <a:p>
              <a:r>
                <a:rPr kumimoji="1" lang="en-US" altLang="ja-JP" dirty="0"/>
                <a:t>none</a:t>
              </a:r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6927AAEC-C274-407E-37E9-E5C9AD66C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11891"/>
              <a:ext cx="209586" cy="209586"/>
            </a:xfrm>
            <a:prstGeom prst="rect">
              <a:avLst/>
            </a:prstGeom>
          </p:spPr>
        </p:pic>
        <p:pic>
          <p:nvPicPr>
            <p:cNvPr id="24" name="図 23">
              <a:extLst>
                <a:ext uri="{FF2B5EF4-FFF2-40B4-BE49-F238E27FC236}">
                  <a16:creationId xmlns:a16="http://schemas.microsoft.com/office/drawing/2014/main" id="{EB0214C1-AE68-19D8-AE55-9DE529636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35632"/>
              <a:ext cx="209586" cy="20958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9D02937D-0DE6-F8AA-7C84-4F7835DA5DFF}"/>
              </a:ext>
            </a:extLst>
          </p:cNvPr>
          <p:cNvGrpSpPr/>
          <p:nvPr/>
        </p:nvGrpSpPr>
        <p:grpSpPr>
          <a:xfrm>
            <a:off x="962267" y="893833"/>
            <a:ext cx="3331504" cy="1477328"/>
            <a:chOff x="962267" y="585927"/>
            <a:chExt cx="3331504" cy="147732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AE3F64D2-C9F3-09AD-351C-CA7F1C28FB07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4692D725-3A27-0062-4F6A-9B5F33044584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535C2D5-D833-C41D-06CA-11228DB5EAAA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kumimoji="1" lang="en-US" altLang="ja-JP" dirty="0"/>
                  <a:t>end</a:t>
                </a:r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F616D004-2FFA-1190-EC08-7A6AE7DADB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4AF129A4-621F-1BD6-6FEA-FD77B70AC9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FB5049B5-9CC0-3955-862D-0C8C138ABC7B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BD50A0C3-3965-D90C-5377-0E6876FBA1FA}"/>
              </a:ext>
            </a:extLst>
          </p:cNvPr>
          <p:cNvCxnSpPr>
            <a:cxnSpLocks/>
          </p:cNvCxnSpPr>
          <p:nvPr/>
        </p:nvCxnSpPr>
        <p:spPr>
          <a:xfrm>
            <a:off x="4389834" y="1304107"/>
            <a:ext cx="3409414" cy="5416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B0577C80-0E94-DA07-18F5-2BD81C247F02}"/>
              </a:ext>
            </a:extLst>
          </p:cNvPr>
          <p:cNvCxnSpPr>
            <a:cxnSpLocks/>
          </p:cNvCxnSpPr>
          <p:nvPr/>
        </p:nvCxnSpPr>
        <p:spPr>
          <a:xfrm>
            <a:off x="4389834" y="2176840"/>
            <a:ext cx="3409414" cy="234329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320C5F-CE6B-D614-9F2E-90AF05845C41}"/>
              </a:ext>
            </a:extLst>
          </p:cNvPr>
          <p:cNvSpPr txBox="1"/>
          <p:nvPr/>
        </p:nvSpPr>
        <p:spPr>
          <a:xfrm>
            <a:off x="196673" y="101014"/>
            <a:ext cx="4572085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1"/>
                </a:solidFill>
              </a:rPr>
              <a:t>Drop(</a:t>
            </a:r>
            <a:r>
              <a:rPr kumimoji="1" lang="ja-JP" altLang="en-US" sz="4000" b="1" dirty="0">
                <a:solidFill>
                  <a:schemeClr val="bg1"/>
                </a:solidFill>
              </a:rPr>
              <a:t>改行あり</a:t>
            </a:r>
            <a:r>
              <a:rPr lang="en-US" altLang="ja-JP" sz="4000" b="1" dirty="0">
                <a:solidFill>
                  <a:schemeClr val="bg1"/>
                </a:solidFill>
              </a:rPr>
              <a:t>(1)</a:t>
            </a:r>
            <a:r>
              <a:rPr kumimoji="1" lang="en-US" altLang="ja-JP" sz="4000" b="1" dirty="0">
                <a:solidFill>
                  <a:schemeClr val="bg1"/>
                </a:solidFill>
              </a:rPr>
              <a:t>)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3354F2-E3D8-5897-B81C-283CB2879980}"/>
              </a:ext>
            </a:extLst>
          </p:cNvPr>
          <p:cNvSpPr txBox="1"/>
          <p:nvPr/>
        </p:nvSpPr>
        <p:spPr>
          <a:xfrm>
            <a:off x="7799248" y="893833"/>
            <a:ext cx="6992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false</a:t>
            </a:r>
          </a:p>
          <a:p>
            <a:r>
              <a:rPr lang="en-US" altLang="ja-JP" dirty="0"/>
              <a:t>true</a:t>
            </a:r>
          </a:p>
          <a:p>
            <a:r>
              <a:rPr kumimoji="1" lang="en-US" altLang="ja-JP" dirty="0"/>
              <a:t>false</a:t>
            </a:r>
          </a:p>
          <a:p>
            <a:r>
              <a:rPr kumimoji="1" lang="en-US" altLang="ja-JP" dirty="0"/>
              <a:t>false</a:t>
            </a:r>
          </a:p>
          <a:p>
            <a:r>
              <a:rPr lang="en-US" altLang="ja-JP" dirty="0"/>
              <a:t>false</a:t>
            </a:r>
          </a:p>
          <a:p>
            <a:r>
              <a:rPr kumimoji="1" lang="en-US" altLang="ja-JP" dirty="0"/>
              <a:t>true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AD2DD9DB-B257-DE21-2CCF-2950FD21F17C}"/>
              </a:ext>
            </a:extLst>
          </p:cNvPr>
          <p:cNvGrpSpPr/>
          <p:nvPr/>
        </p:nvGrpSpPr>
        <p:grpSpPr>
          <a:xfrm>
            <a:off x="5180640" y="2781435"/>
            <a:ext cx="2466353" cy="1754326"/>
            <a:chOff x="962267" y="585927"/>
            <a:chExt cx="2466353" cy="1754326"/>
          </a:xfrm>
        </p:grpSpPr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C7C83151-A6F4-B45B-57DA-80FBF5E17100}"/>
                </a:ext>
              </a:extLst>
            </p:cNvPr>
            <p:cNvSpPr txBox="1"/>
            <p:nvPr/>
          </p:nvSpPr>
          <p:spPr>
            <a:xfrm>
              <a:off x="1171853" y="585927"/>
              <a:ext cx="1338828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/>
                <a:t>かきくけ</a:t>
              </a:r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r>
                <a:rPr lang="ja-JP" altLang="en-US" dirty="0"/>
                <a:t>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4FD30411-2E44-B086-A4C0-589AAFE8C4C2}"/>
                </a:ext>
              </a:extLst>
            </p:cNvPr>
            <p:cNvSpPr txBox="1"/>
            <p:nvPr/>
          </p:nvSpPr>
          <p:spPr>
            <a:xfrm>
              <a:off x="2716566" y="585927"/>
              <a:ext cx="712054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none</a:t>
              </a:r>
            </a:p>
            <a:p>
              <a:r>
                <a:rPr lang="en-US" altLang="ja-JP" dirty="0"/>
                <a:t>end</a:t>
              </a:r>
            </a:p>
            <a:p>
              <a:r>
                <a:rPr kumimoji="1" lang="en-US" altLang="ja-JP" dirty="0"/>
                <a:t>start</a:t>
              </a:r>
            </a:p>
            <a:p>
              <a:r>
                <a:rPr kumimoji="1" lang="en-US" altLang="ja-JP" dirty="0"/>
                <a:t>none</a:t>
              </a:r>
            </a:p>
            <a:p>
              <a:r>
                <a:rPr lang="en-US" altLang="ja-JP" dirty="0"/>
                <a:t>none</a:t>
              </a:r>
            </a:p>
            <a:p>
              <a:r>
                <a:rPr kumimoji="1" lang="en-US" altLang="ja-JP" dirty="0"/>
                <a:t>none</a:t>
              </a:r>
            </a:p>
          </p:txBody>
        </p:sp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E795099E-EFB9-7A09-F204-F7794B975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11891"/>
              <a:ext cx="209586" cy="209586"/>
            </a:xfrm>
            <a:prstGeom prst="rect">
              <a:avLst/>
            </a:prstGeom>
          </p:spPr>
        </p:pic>
        <p:pic>
          <p:nvPicPr>
            <p:cNvPr id="52" name="図 51">
              <a:extLst>
                <a:ext uri="{FF2B5EF4-FFF2-40B4-BE49-F238E27FC236}">
                  <a16:creationId xmlns:a16="http://schemas.microsoft.com/office/drawing/2014/main" id="{1FF5A339-1230-EF7D-B1A0-0CCD65463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35632"/>
              <a:ext cx="209586" cy="209586"/>
            </a:xfrm>
            <a:prstGeom prst="rect">
              <a:avLst/>
            </a:prstGeom>
          </p:spPr>
        </p:pic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256D9947-3AC4-F943-82C1-E033A7D112F1}"/>
              </a:ext>
            </a:extLst>
          </p:cNvPr>
          <p:cNvGrpSpPr/>
          <p:nvPr/>
        </p:nvGrpSpPr>
        <p:grpSpPr>
          <a:xfrm>
            <a:off x="962267" y="2781435"/>
            <a:ext cx="3331504" cy="1477328"/>
            <a:chOff x="962267" y="585927"/>
            <a:chExt cx="3331504" cy="1477328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8A7CBE80-5AA7-B4D9-FF32-FD587BFA2748}"/>
                </a:ext>
              </a:extLst>
            </p:cNvPr>
            <p:cNvGrpSpPr/>
            <p:nvPr/>
          </p:nvGrpSpPr>
          <p:grpSpPr>
            <a:xfrm>
              <a:off x="962267" y="585927"/>
              <a:ext cx="2573754" cy="1477328"/>
              <a:chOff x="962267" y="585927"/>
              <a:chExt cx="2573754" cy="1477328"/>
            </a:xfrm>
          </p:grpSpPr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4692F105-5470-7992-AB01-6ABE19988E0B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68507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かきくけ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/>
                  <a:t>こ</a:t>
                </a:r>
                <a:r>
                  <a:rPr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0C8DFCCD-D294-F6DE-B07B-E6F7960EC3F8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81945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inside</a:t>
                </a:r>
                <a:endParaRPr kumimoji="1" lang="en-US" altLang="ja-JP" dirty="0"/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58" name="図 57">
                <a:extLst>
                  <a:ext uri="{FF2B5EF4-FFF2-40B4-BE49-F238E27FC236}">
                    <a16:creationId xmlns:a16="http://schemas.microsoft.com/office/drawing/2014/main" id="{B6ABC1B1-428E-80E2-2A66-DFBBD13550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59" name="図 58">
                <a:extLst>
                  <a:ext uri="{FF2B5EF4-FFF2-40B4-BE49-F238E27FC236}">
                    <a16:creationId xmlns:a16="http://schemas.microsoft.com/office/drawing/2014/main" id="{6AEFF6AA-355E-7ADD-1C37-90245462D7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6EC49929-0E03-AEBD-E452-11B1F4E3488F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1B458A34-6B82-4A46-8954-79D299834CE8}"/>
              </a:ext>
            </a:extLst>
          </p:cNvPr>
          <p:cNvCxnSpPr>
            <a:cxnSpLocks/>
          </p:cNvCxnSpPr>
          <p:nvPr/>
        </p:nvCxnSpPr>
        <p:spPr>
          <a:xfrm>
            <a:off x="4389834" y="3191709"/>
            <a:ext cx="3409414" cy="5416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5BDB57B1-5995-F9D7-BD3D-96E0D842E6A6}"/>
              </a:ext>
            </a:extLst>
          </p:cNvPr>
          <p:cNvCxnSpPr>
            <a:cxnSpLocks/>
          </p:cNvCxnSpPr>
          <p:nvPr/>
        </p:nvCxnSpPr>
        <p:spPr>
          <a:xfrm>
            <a:off x="4389834" y="4064442"/>
            <a:ext cx="3409414" cy="234329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3A0CB4DC-3839-A119-3CA7-7EB0A7992CA5}"/>
              </a:ext>
            </a:extLst>
          </p:cNvPr>
          <p:cNvSpPr txBox="1"/>
          <p:nvPr/>
        </p:nvSpPr>
        <p:spPr>
          <a:xfrm>
            <a:off x="7799248" y="2781435"/>
            <a:ext cx="6992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false</a:t>
            </a:r>
          </a:p>
          <a:p>
            <a:r>
              <a:rPr lang="en-US" altLang="ja-JP" dirty="0"/>
              <a:t>true</a:t>
            </a:r>
          </a:p>
          <a:p>
            <a:r>
              <a:rPr kumimoji="1" lang="en-US" altLang="ja-JP" dirty="0"/>
              <a:t>false</a:t>
            </a:r>
          </a:p>
          <a:p>
            <a:r>
              <a:rPr kumimoji="1" lang="en-US" altLang="ja-JP" dirty="0"/>
              <a:t>false</a:t>
            </a:r>
          </a:p>
          <a:p>
            <a:r>
              <a:rPr lang="en-US" altLang="ja-JP" dirty="0"/>
              <a:t>false</a:t>
            </a:r>
          </a:p>
          <a:p>
            <a:r>
              <a:rPr kumimoji="1" lang="en-US" altLang="ja-JP" dirty="0"/>
              <a:t>true</a:t>
            </a:r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DC7AAF2B-56B2-1508-BE6B-96CD6D65D207}"/>
              </a:ext>
            </a:extLst>
          </p:cNvPr>
          <p:cNvGrpSpPr/>
          <p:nvPr/>
        </p:nvGrpSpPr>
        <p:grpSpPr>
          <a:xfrm>
            <a:off x="5180640" y="4702459"/>
            <a:ext cx="2466353" cy="1754326"/>
            <a:chOff x="962267" y="585927"/>
            <a:chExt cx="2466353" cy="1754326"/>
          </a:xfrm>
        </p:grpSpPr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30122543-FE4F-2F97-6656-DD3755AA6EA4}"/>
                </a:ext>
              </a:extLst>
            </p:cNvPr>
            <p:cNvSpPr txBox="1"/>
            <p:nvPr/>
          </p:nvSpPr>
          <p:spPr>
            <a:xfrm>
              <a:off x="1171853" y="585927"/>
              <a:ext cx="1569660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あいうえお</a:t>
              </a:r>
              <a:endParaRPr kumimoji="1" lang="en-US" altLang="ja-JP" dirty="0"/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亜</a:t>
              </a:r>
              <a:endParaRPr lang="en-US" altLang="ja-JP" dirty="0">
                <a:solidFill>
                  <a:srgbClr val="FF0000"/>
                </a:solidFill>
              </a:endParaRPr>
            </a:p>
            <a:p>
              <a:r>
                <a:rPr lang="ja-JP" altLang="en-US" dirty="0">
                  <a:solidFill>
                    <a:srgbClr val="FF0000"/>
                  </a:solidFill>
                </a:rPr>
                <a:t>伊</a:t>
              </a:r>
              <a:r>
                <a:rPr lang="ja-JP" altLang="en-US" dirty="0"/>
                <a:t>かきくけこ</a:t>
              </a:r>
              <a:endParaRPr lang="en-US" altLang="ja-JP" dirty="0"/>
            </a:p>
            <a:p>
              <a:r>
                <a:rPr kumimoji="1" lang="ja-JP" altLang="en-US" dirty="0"/>
                <a:t>さしすせそ</a:t>
              </a:r>
              <a:endParaRPr kumimoji="1" lang="en-US" altLang="ja-JP" dirty="0"/>
            </a:p>
            <a:p>
              <a:r>
                <a:rPr kumimoji="1" lang="ja-JP" altLang="en-US" dirty="0"/>
                <a:t>たちつてと</a:t>
              </a:r>
              <a:endParaRPr kumimoji="1" lang="en-US" altLang="ja-JP" dirty="0"/>
            </a:p>
            <a:p>
              <a:r>
                <a:rPr lang="ja-JP" altLang="en-US" dirty="0"/>
                <a:t>なにぬねの</a:t>
              </a:r>
              <a:endParaRPr kumimoji="1" lang="ja-JP" altLang="en-US" dirty="0"/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82E53E82-DA6F-BC12-FA27-6282D3D66BC4}"/>
                </a:ext>
              </a:extLst>
            </p:cNvPr>
            <p:cNvSpPr txBox="1"/>
            <p:nvPr/>
          </p:nvSpPr>
          <p:spPr>
            <a:xfrm>
              <a:off x="2716566" y="585927"/>
              <a:ext cx="712054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none</a:t>
              </a:r>
            </a:p>
            <a:p>
              <a:r>
                <a:rPr lang="en-US" altLang="ja-JP" dirty="0"/>
                <a:t>all</a:t>
              </a:r>
            </a:p>
            <a:p>
              <a:r>
                <a:rPr kumimoji="1" lang="en-US" altLang="ja-JP" dirty="0"/>
                <a:t>start</a:t>
              </a:r>
            </a:p>
            <a:p>
              <a:r>
                <a:rPr kumimoji="1" lang="en-US" altLang="ja-JP" dirty="0"/>
                <a:t>none</a:t>
              </a:r>
            </a:p>
            <a:p>
              <a:r>
                <a:rPr lang="en-US" altLang="ja-JP" dirty="0"/>
                <a:t>none</a:t>
              </a:r>
            </a:p>
            <a:p>
              <a:r>
                <a:rPr kumimoji="1" lang="en-US" altLang="ja-JP" dirty="0"/>
                <a:t>none</a:t>
              </a:r>
            </a:p>
          </p:txBody>
        </p:sp>
        <p:pic>
          <p:nvPicPr>
            <p:cNvPr id="66" name="図 65">
              <a:extLst>
                <a:ext uri="{FF2B5EF4-FFF2-40B4-BE49-F238E27FC236}">
                  <a16:creationId xmlns:a16="http://schemas.microsoft.com/office/drawing/2014/main" id="{64C3E5CC-1B2E-62B5-1545-216038D06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911891"/>
              <a:ext cx="209586" cy="209586"/>
            </a:xfrm>
            <a:prstGeom prst="rect">
              <a:avLst/>
            </a:prstGeom>
          </p:spPr>
        </p:pic>
        <p:pic>
          <p:nvPicPr>
            <p:cNvPr id="67" name="図 66">
              <a:extLst>
                <a:ext uri="{FF2B5EF4-FFF2-40B4-BE49-F238E27FC236}">
                  <a16:creationId xmlns:a16="http://schemas.microsoft.com/office/drawing/2014/main" id="{7DA34606-4F6A-162D-E51B-ADEC39CB6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267" y="2035632"/>
              <a:ext cx="209586" cy="209586"/>
            </a:xfrm>
            <a:prstGeom prst="rect">
              <a:avLst/>
            </a:prstGeom>
          </p:spPr>
        </p:pic>
      </p:grp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1414CEEC-F83F-0597-BE12-C439014EBDC7}"/>
              </a:ext>
            </a:extLst>
          </p:cNvPr>
          <p:cNvGrpSpPr/>
          <p:nvPr/>
        </p:nvGrpSpPr>
        <p:grpSpPr>
          <a:xfrm>
            <a:off x="962267" y="4702459"/>
            <a:ext cx="3331504" cy="1477328"/>
            <a:chOff x="962267" y="585927"/>
            <a:chExt cx="3331504" cy="1477328"/>
          </a:xfrm>
        </p:grpSpPr>
        <p:grpSp>
          <p:nvGrpSpPr>
            <p:cNvPr id="69" name="グループ化 68">
              <a:extLst>
                <a:ext uri="{FF2B5EF4-FFF2-40B4-BE49-F238E27FC236}">
                  <a16:creationId xmlns:a16="http://schemas.microsoft.com/office/drawing/2014/main" id="{8C96EE35-AA2A-E89D-D7CF-4A2A18E90456}"/>
                </a:ext>
              </a:extLst>
            </p:cNvPr>
            <p:cNvGrpSpPr/>
            <p:nvPr/>
          </p:nvGrpSpPr>
          <p:grpSpPr>
            <a:xfrm>
              <a:off x="962267" y="585927"/>
              <a:ext cx="2466353" cy="1477328"/>
              <a:chOff x="962267" y="585927"/>
              <a:chExt cx="2466353" cy="1477328"/>
            </a:xfrm>
          </p:grpSpPr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C42B6732-B1AF-0B44-0796-4CEDD1D52E05}"/>
                  </a:ext>
                </a:extLst>
              </p:cNvPr>
              <p:cNvSpPr txBox="1"/>
              <p:nvPr/>
            </p:nvSpPr>
            <p:spPr>
              <a:xfrm>
                <a:off x="1171853" y="585927"/>
                <a:ext cx="156966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あいうえお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>
                    <a:solidFill>
                      <a:srgbClr val="FF0000"/>
                    </a:solidFill>
                  </a:rPr>
                  <a:t>_</a:t>
                </a:r>
                <a:r>
                  <a:rPr lang="ja-JP" altLang="en-US" dirty="0"/>
                  <a:t>かきくけこ</a:t>
                </a:r>
                <a:r>
                  <a:rPr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さしすせそ</a:t>
                </a:r>
                <a:r>
                  <a:rPr kumimoji="1" lang="en-US" altLang="ja-JP" dirty="0"/>
                  <a:t>_</a:t>
                </a:r>
              </a:p>
              <a:p>
                <a:r>
                  <a:rPr kumimoji="1" lang="en-US" altLang="ja-JP" dirty="0"/>
                  <a:t>_</a:t>
                </a:r>
                <a:r>
                  <a:rPr kumimoji="1" lang="ja-JP" altLang="en-US" dirty="0"/>
                  <a:t>たちつてと</a:t>
                </a:r>
                <a:r>
                  <a:rPr kumimoji="1" lang="en-US" altLang="ja-JP" dirty="0"/>
                  <a:t>_</a:t>
                </a:r>
              </a:p>
              <a:p>
                <a:r>
                  <a:rPr lang="en-US" altLang="ja-JP" dirty="0"/>
                  <a:t>_</a:t>
                </a:r>
                <a:r>
                  <a:rPr lang="ja-JP" altLang="en-US" dirty="0"/>
                  <a:t>なにぬねの</a:t>
                </a:r>
                <a:r>
                  <a:rPr lang="en-US" altLang="ja-JP" dirty="0"/>
                  <a:t>_</a:t>
                </a:r>
                <a:endParaRPr kumimoji="1" lang="ja-JP" altLang="en-US" dirty="0"/>
              </a:p>
            </p:txBody>
          </p:sp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FAC019B0-1012-7177-EAF2-355F41C4908E}"/>
                  </a:ext>
                </a:extLst>
              </p:cNvPr>
              <p:cNvSpPr txBox="1"/>
              <p:nvPr/>
            </p:nvSpPr>
            <p:spPr>
              <a:xfrm>
                <a:off x="2716566" y="585927"/>
                <a:ext cx="7120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/>
                  <a:t>start</a:t>
                </a:r>
                <a:endParaRPr kumimoji="1" lang="en-US" altLang="ja-JP" dirty="0"/>
              </a:p>
              <a:p>
                <a:r>
                  <a:rPr kumimoji="1" lang="en-US" altLang="ja-JP" dirty="0"/>
                  <a:t>none</a:t>
                </a:r>
              </a:p>
              <a:p>
                <a:r>
                  <a:rPr lang="en-US" altLang="ja-JP" dirty="0"/>
                  <a:t>none</a:t>
                </a:r>
              </a:p>
              <a:p>
                <a:r>
                  <a:rPr kumimoji="1" lang="en-US" altLang="ja-JP" dirty="0"/>
                  <a:t>none</a:t>
                </a:r>
                <a:endParaRPr kumimoji="1" lang="ja-JP" altLang="en-US" dirty="0"/>
              </a:p>
            </p:txBody>
          </p:sp>
          <p:pic>
            <p:nvPicPr>
              <p:cNvPr id="73" name="図 72">
                <a:extLst>
                  <a:ext uri="{FF2B5EF4-FFF2-40B4-BE49-F238E27FC236}">
                    <a16:creationId xmlns:a16="http://schemas.microsoft.com/office/drawing/2014/main" id="{1322CD2E-0108-57F5-8B04-F79704DBA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118" y="931933"/>
                <a:ext cx="209586" cy="209586"/>
              </a:xfrm>
              <a:prstGeom prst="rect">
                <a:avLst/>
              </a:prstGeom>
            </p:spPr>
          </p:pic>
          <p:pic>
            <p:nvPicPr>
              <p:cNvPr id="74" name="図 73">
                <a:extLst>
                  <a:ext uri="{FF2B5EF4-FFF2-40B4-BE49-F238E27FC236}">
                    <a16:creationId xmlns:a16="http://schemas.microsoft.com/office/drawing/2014/main" id="{18A78185-910E-A709-A7FA-75C9CD5FF7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2267" y="1741306"/>
                <a:ext cx="209586" cy="209586"/>
              </a:xfrm>
              <a:prstGeom prst="rect">
                <a:avLst/>
              </a:prstGeom>
            </p:spPr>
          </p:pic>
        </p:grp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B9B2547C-4D64-60A0-EDA1-4512497590B9}"/>
                </a:ext>
              </a:extLst>
            </p:cNvPr>
            <p:cNvSpPr txBox="1"/>
            <p:nvPr/>
          </p:nvSpPr>
          <p:spPr>
            <a:xfrm>
              <a:off x="3594541" y="585927"/>
              <a:ext cx="69923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kumimoji="1" lang="en-US" altLang="ja-JP" dirty="0"/>
                <a:t>false</a:t>
              </a:r>
            </a:p>
            <a:p>
              <a:r>
                <a:rPr lang="en-US" altLang="ja-JP" dirty="0"/>
                <a:t>true</a:t>
              </a:r>
              <a:endParaRPr kumimoji="1" lang="ja-JP" altLang="en-US" dirty="0"/>
            </a:p>
          </p:txBody>
        </p:sp>
      </p:grp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45F16B0-A4CC-3F64-B1F5-15A12C6F0660}"/>
              </a:ext>
            </a:extLst>
          </p:cNvPr>
          <p:cNvCxnSpPr>
            <a:cxnSpLocks/>
          </p:cNvCxnSpPr>
          <p:nvPr/>
        </p:nvCxnSpPr>
        <p:spPr>
          <a:xfrm>
            <a:off x="4389834" y="5112733"/>
            <a:ext cx="3409414" cy="54167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756A2A56-8421-A9C5-78F2-CDE30841354E}"/>
              </a:ext>
            </a:extLst>
          </p:cNvPr>
          <p:cNvCxnSpPr>
            <a:cxnSpLocks/>
          </p:cNvCxnSpPr>
          <p:nvPr/>
        </p:nvCxnSpPr>
        <p:spPr>
          <a:xfrm>
            <a:off x="4389834" y="5985466"/>
            <a:ext cx="3409414" cy="234329"/>
          </a:xfrm>
          <a:prstGeom prst="straightConnector1">
            <a:avLst/>
          </a:prstGeom>
          <a:ln>
            <a:solidFill>
              <a:srgbClr val="FF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7DBDB644-3E38-AD58-62A5-17E69C5ACD42}"/>
              </a:ext>
            </a:extLst>
          </p:cNvPr>
          <p:cNvSpPr txBox="1"/>
          <p:nvPr/>
        </p:nvSpPr>
        <p:spPr>
          <a:xfrm>
            <a:off x="7799248" y="4702459"/>
            <a:ext cx="6992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false</a:t>
            </a:r>
          </a:p>
          <a:p>
            <a:r>
              <a:rPr lang="en-US" altLang="ja-JP" dirty="0"/>
              <a:t>true</a:t>
            </a:r>
          </a:p>
          <a:p>
            <a:r>
              <a:rPr kumimoji="1" lang="en-US" altLang="ja-JP" dirty="0"/>
              <a:t>false</a:t>
            </a:r>
          </a:p>
          <a:p>
            <a:r>
              <a:rPr kumimoji="1" lang="en-US" altLang="ja-JP" dirty="0"/>
              <a:t>false</a:t>
            </a:r>
          </a:p>
          <a:p>
            <a:r>
              <a:rPr lang="en-US" altLang="ja-JP" dirty="0"/>
              <a:t>false</a:t>
            </a:r>
          </a:p>
          <a:p>
            <a:r>
              <a:rPr kumimoji="1" lang="en-US" altLang="ja-JP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92722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1754</Words>
  <Application>Microsoft Office PowerPoint</Application>
  <PresentationFormat>ワイド画面</PresentationFormat>
  <Paragraphs>1059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OPLO</dc:creator>
  <cp:lastModifiedBy>OPLO</cp:lastModifiedBy>
  <cp:revision>2</cp:revision>
  <dcterms:created xsi:type="dcterms:W3CDTF">2025-10-26T05:57:56Z</dcterms:created>
  <dcterms:modified xsi:type="dcterms:W3CDTF">2025-10-26T15:15:20Z</dcterms:modified>
</cp:coreProperties>
</file>