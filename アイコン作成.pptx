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CC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4" autoAdjust="0"/>
    <p:restoredTop sz="94660"/>
  </p:normalViewPr>
  <p:slideViewPr>
    <p:cSldViewPr snapToGrid="0">
      <p:cViewPr>
        <p:scale>
          <a:sx n="100" d="100"/>
          <a:sy n="100" d="100"/>
        </p:scale>
        <p:origin x="264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33B0B4D-17F2-C69C-1A15-E6E1B59D40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7A49D94-8851-75B5-0D28-B8EEBA7353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0DB9FE4-32ED-44AB-1D0E-E5CC2910E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1BD87-DAA7-4386-9D7B-95369EC0824A}" type="datetimeFigureOut">
              <a:rPr kumimoji="1" lang="ja-JP" altLang="en-US" smtClean="0"/>
              <a:t>2025/11/9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41278F4-2C04-50C2-41DF-C261372243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95D8735-EB83-5F01-82DA-77ED1B5C1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C6C65-7534-43A2-AC18-E896577D328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93385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744C11E-50E7-3214-E27E-C8AC4F72A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9FA8494-2D63-A0DE-6C8C-2AAD69D49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FC3BB1E-8650-B04E-B5FC-C3CFD6219A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1BD87-DAA7-4386-9D7B-95369EC0824A}" type="datetimeFigureOut">
              <a:rPr kumimoji="1" lang="ja-JP" altLang="en-US" smtClean="0"/>
              <a:t>2025/11/9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EAF123B-CE43-5020-F232-456F57BF7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66293B2-D4A1-5076-11BA-F26AA4CB7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C6C65-7534-43A2-AC18-E896577D328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70945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BF0D419-8267-B239-9B68-B71643253F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A15B27F-1619-CA36-0C51-1B8099095B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7F7E79C-7801-9465-6BBA-B11739E9B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1BD87-DAA7-4386-9D7B-95369EC0824A}" type="datetimeFigureOut">
              <a:rPr kumimoji="1" lang="ja-JP" altLang="en-US" smtClean="0"/>
              <a:t>2025/11/9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7C7C9D-DF12-048B-60AB-F086331A78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0363616-B307-DE36-15C8-0E5895453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C6C65-7534-43A2-AC18-E896577D328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1494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09E8C92-855D-9E11-38EC-428419B15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940B781-74FA-7F18-DDB4-42B3BC393E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985A069-F31E-8DC5-9238-302F274627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56A0FBE-8F21-ECB3-0944-B3F3330C5D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1BD87-DAA7-4386-9D7B-95369EC0824A}" type="datetimeFigureOut">
              <a:rPr kumimoji="1" lang="ja-JP" altLang="en-US" smtClean="0"/>
              <a:t>2025/11/9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F76764D-BCAF-EC56-3D15-69217CB52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0ED2173-6622-5A50-ADE8-0A2C740D3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C6C65-7534-43A2-AC18-E896577D328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00426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03184D-CD0B-16F5-7B53-A76990546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5496945-D2C2-2CF5-404E-D70927A87F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BCFDAF5-8CFF-1DD1-5781-B6310FE24D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5E283A0-CDAB-99F1-0FD7-45A124825B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BD6BC9AB-8F16-D566-E08D-5CB12ED363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3A68B63-0D2F-3A03-25CA-2045586AE7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1BD87-DAA7-4386-9D7B-95369EC0824A}" type="datetimeFigureOut">
              <a:rPr kumimoji="1" lang="ja-JP" altLang="en-US" smtClean="0"/>
              <a:t>2025/11/9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CCCB563F-1C27-2AC9-4AE0-47AB8DB58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8878B2C-9267-DE8E-FAAF-458DF97D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C6C65-7534-43A2-AC18-E896577D328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20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1D9E913-5C34-6599-0FFC-65E895108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0174CF3-25A5-A440-BEA9-5EC8F8CC38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1BD87-DAA7-4386-9D7B-95369EC0824A}" type="datetimeFigureOut">
              <a:rPr kumimoji="1" lang="ja-JP" altLang="en-US" smtClean="0"/>
              <a:t>2025/11/9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48A67B5-02A4-D751-4F23-D58DD5626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B8F4609-9B3B-18AD-6244-85CD7F5CD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C6C65-7534-43A2-AC18-E896577D328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291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5804E03-339E-97E7-ACC5-F0589319AB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1BD87-DAA7-4386-9D7B-95369EC0824A}" type="datetimeFigureOut">
              <a:rPr kumimoji="1" lang="ja-JP" altLang="en-US" smtClean="0"/>
              <a:t>2025/11/9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FE4C0B78-9705-5805-00C9-8F5E59C20B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9A97EBD-8C1D-DDF7-A824-5DA8F7444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C6C65-7534-43A2-AC18-E896577D328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3210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FA0DCA6-9694-D7E3-2C77-BC5A5D7E5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2F1FD09-9477-DA35-9B9C-0102123999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94BD58B-E910-9DF1-2C67-7F9E95DE4C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5586F5E-7D14-D377-2641-01A64C3A3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1BD87-DAA7-4386-9D7B-95369EC0824A}" type="datetimeFigureOut">
              <a:rPr kumimoji="1" lang="ja-JP" altLang="en-US" smtClean="0"/>
              <a:t>2025/11/9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7796761-48C8-2B36-7863-F6C4952EB4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115031E-6B1D-1B27-884D-48FAFE995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C6C65-7534-43A2-AC18-E896577D328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54967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F3A87F-F557-634D-C272-73A2F0FF32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3320B26-682C-3ADE-F3DF-6301C1FF3F2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E467A3C-F0D3-11E0-13E2-1D59CA2446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4A2ABE2-8E02-6F3D-E6D9-C0BC6A430B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1BD87-DAA7-4386-9D7B-95369EC0824A}" type="datetimeFigureOut">
              <a:rPr kumimoji="1" lang="ja-JP" altLang="en-US" smtClean="0"/>
              <a:t>2025/11/9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BCF02F2-562D-65C9-7F31-E01B1D04AB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FBFDC69-2B39-8FD9-E1FA-3461835CB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C6C65-7534-43A2-AC18-E896577D328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677032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34656E-EFB6-25B9-D884-4297C518C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2BB0B18-09D6-3B01-187A-5DAFBF67A1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71594FC-AA76-7E97-2806-1484CC7DF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1BD87-DAA7-4386-9D7B-95369EC0824A}" type="datetimeFigureOut">
              <a:rPr kumimoji="1" lang="ja-JP" altLang="en-US" smtClean="0"/>
              <a:t>2025/11/9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0C46465-87C7-8106-598A-E43B36BD3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596175F-88AA-0553-54A6-C39CB5B8B8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C6C65-7534-43A2-AC18-E896577D328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4817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B327982-8C9C-E1FE-231C-04CCDDB6AE9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D1309BC-417F-7BD0-19E0-D6C7E98897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E33974D-F8AB-62CB-C490-0A05E5269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1BD87-DAA7-4386-9D7B-95369EC0824A}" type="datetimeFigureOut">
              <a:rPr kumimoji="1" lang="ja-JP" altLang="en-US" smtClean="0"/>
              <a:t>2025/11/9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4F5EC76-735E-FB96-D201-3946E05387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847220C-A7B7-15F9-BC77-2A7D243FE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C6C65-7534-43A2-AC18-E896577D328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617251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B01073F-C097-3ED7-415B-A10F722329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B699DA4-3AAC-A52A-E62C-63E7B5A412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D360E2A-2977-83EC-65BA-B2881AD273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71BD87-DAA7-4386-9D7B-95369EC0824A}" type="datetimeFigureOut">
              <a:rPr kumimoji="1" lang="ja-JP" altLang="en-US" smtClean="0"/>
              <a:t>2025/11/9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553C27F-2EFD-6F32-D46F-FBCB606BE3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0989B21-527B-077C-23F1-2674978C6A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8C6C65-7534-43A2-AC18-E896577D328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7979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図 35">
            <a:extLst>
              <a:ext uri="{FF2B5EF4-FFF2-40B4-BE49-F238E27FC236}">
                <a16:creationId xmlns:a16="http://schemas.microsoft.com/office/drawing/2014/main" id="{BFEDD8B5-3372-5466-B991-6DD48A103E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1275" y="3200663"/>
            <a:ext cx="2438611" cy="2438611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43FF6F49-CD72-FFFD-185C-13867C2DDE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65360" y="3578826"/>
            <a:ext cx="2438611" cy="2438611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3A3DE02-A24B-7B05-CBDD-291A34F019BE}"/>
              </a:ext>
            </a:extLst>
          </p:cNvPr>
          <p:cNvSpPr/>
          <p:nvPr/>
        </p:nvSpPr>
        <p:spPr>
          <a:xfrm>
            <a:off x="3594849" y="4085008"/>
            <a:ext cx="2438399" cy="2438399"/>
          </a:xfrm>
          <a:prstGeom prst="rect">
            <a:avLst/>
          </a:prstGeom>
          <a:blipFill dpi="0" rotWithShape="1">
            <a:blip r:embed="rId4">
              <a:alphaModFix amt="28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2BC6453-6DA9-6062-24D9-830E56F2891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7239" y="2106763"/>
            <a:ext cx="1322237" cy="1322237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0315A59D-519D-2D50-E1E2-C4867EF86F0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4849" y="1592809"/>
            <a:ext cx="1294581" cy="1294581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4B7B5AA0-4908-8D81-81E3-285C3137F64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0313" y="4841685"/>
            <a:ext cx="1411869" cy="1411869"/>
          </a:xfrm>
          <a:prstGeom prst="rect">
            <a:avLst/>
          </a:prstGeom>
        </p:spPr>
      </p:pic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FD52526F-142A-5CEE-C8EC-319DB7AC7E59}"/>
              </a:ext>
            </a:extLst>
          </p:cNvPr>
          <p:cNvGrpSpPr/>
          <p:nvPr/>
        </p:nvGrpSpPr>
        <p:grpSpPr>
          <a:xfrm>
            <a:off x="9510165" y="542928"/>
            <a:ext cx="1294581" cy="1294581"/>
            <a:chOff x="5448705" y="1915831"/>
            <a:chExt cx="1294581" cy="1294581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02E0FF2C-6025-EFDD-C2C9-21689B34BAE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49904"/>
            <a:stretch>
              <a:fillRect/>
            </a:stretch>
          </p:blipFill>
          <p:spPr>
            <a:xfrm>
              <a:off x="5448705" y="1915832"/>
              <a:ext cx="1294581" cy="648537"/>
            </a:xfrm>
            <a:prstGeom prst="rect">
              <a:avLst/>
            </a:prstGeom>
          </p:spPr>
        </p:pic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13247FD1-96A2-1360-CB27-13821405B95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" r="50055" b="1"/>
            <a:stretch>
              <a:fillRect/>
            </a:stretch>
          </p:blipFill>
          <p:spPr>
            <a:xfrm>
              <a:off x="5448705" y="1915831"/>
              <a:ext cx="646575" cy="1294581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E4C72AC9-694B-9B80-A41E-FDFE9F93C62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437" t="28104" r="22776" b="36336"/>
            <a:stretch>
              <a:fillRect/>
            </a:stretch>
          </p:blipFill>
          <p:spPr>
            <a:xfrm>
              <a:off x="5803900" y="2279650"/>
              <a:ext cx="644526" cy="460354"/>
            </a:xfrm>
            <a:prstGeom prst="rect">
              <a:avLst/>
            </a:prstGeom>
          </p:spPr>
        </p:pic>
      </p:grpSp>
      <p:pic>
        <p:nvPicPr>
          <p:cNvPr id="28" name="図 27">
            <a:extLst>
              <a:ext uri="{FF2B5EF4-FFF2-40B4-BE49-F238E27FC236}">
                <a16:creationId xmlns:a16="http://schemas.microsoft.com/office/drawing/2014/main" id="{86936CED-1053-9811-C129-86F1487676A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3165" y="2682829"/>
            <a:ext cx="1294581" cy="1294581"/>
          </a:xfrm>
          <a:prstGeom prst="rect">
            <a:avLst/>
          </a:prstGeom>
        </p:spPr>
      </p:pic>
      <p:grpSp>
        <p:nvGrpSpPr>
          <p:cNvPr id="40" name="グループ化 39">
            <a:extLst>
              <a:ext uri="{FF2B5EF4-FFF2-40B4-BE49-F238E27FC236}">
                <a16:creationId xmlns:a16="http://schemas.microsoft.com/office/drawing/2014/main" id="{50CC3E41-58BE-D982-71EE-EA9DB60433EA}"/>
              </a:ext>
            </a:extLst>
          </p:cNvPr>
          <p:cNvGrpSpPr/>
          <p:nvPr/>
        </p:nvGrpSpPr>
        <p:grpSpPr>
          <a:xfrm>
            <a:off x="5300865" y="1775790"/>
            <a:ext cx="2438401" cy="2438399"/>
            <a:chOff x="5300865" y="1775790"/>
            <a:chExt cx="2438401" cy="2438399"/>
          </a:xfrm>
        </p:grpSpPr>
        <p:pic>
          <p:nvPicPr>
            <p:cNvPr id="39" name="図 38">
              <a:extLst>
                <a:ext uri="{FF2B5EF4-FFF2-40B4-BE49-F238E27FC236}">
                  <a16:creationId xmlns:a16="http://schemas.microsoft.com/office/drawing/2014/main" id="{F676F958-56F3-243B-A52B-F6B746D05D5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96000" y="2562610"/>
              <a:ext cx="1414800" cy="1414800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2D10F1D5-B216-1E80-C41F-A83DA43BA4F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44115" y="1918691"/>
              <a:ext cx="1294581" cy="1294581"/>
            </a:xfrm>
            <a:prstGeom prst="rect">
              <a:avLst/>
            </a:prstGeom>
          </p:spPr>
        </p:pic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8863E7AF-F672-A47C-926B-D1B6FC22EAF9}"/>
                </a:ext>
              </a:extLst>
            </p:cNvPr>
            <p:cNvSpPr/>
            <p:nvPr/>
          </p:nvSpPr>
          <p:spPr>
            <a:xfrm>
              <a:off x="5300865" y="1775790"/>
              <a:ext cx="2438399" cy="24383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9AE1A03B-7237-C2B3-8A0F-8FC311128126}"/>
                </a:ext>
              </a:extLst>
            </p:cNvPr>
            <p:cNvSpPr/>
            <p:nvPr/>
          </p:nvSpPr>
          <p:spPr>
            <a:xfrm>
              <a:off x="5300867" y="1775791"/>
              <a:ext cx="2438399" cy="24383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A03934AF-8C95-45CC-E380-35C7873A601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sharpenSoften amount="-100000"/>
                      </a14:imgEffect>
                      <a14:imgEffect>
                        <a14:colorTemperature colorTemp="11500"/>
                      </a14:imgEffect>
                      <a14:imgEffect>
                        <a14:saturation sat="68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7045588">
              <a:off x="5857922" y="2761319"/>
              <a:ext cx="774999" cy="937273"/>
            </a:xfrm>
            <a:prstGeom prst="rect">
              <a:avLst/>
            </a:prstGeom>
          </p:spPr>
        </p:pic>
      </p:grp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2FFB0812-1CCE-813C-18B1-C40136FBF2A1}"/>
              </a:ext>
            </a:extLst>
          </p:cNvPr>
          <p:cNvSpPr/>
          <p:nvPr/>
        </p:nvSpPr>
        <p:spPr>
          <a:xfrm>
            <a:off x="2615564" y="826426"/>
            <a:ext cx="914400" cy="914400"/>
          </a:xfrm>
          <a:prstGeom prst="rect">
            <a:avLst/>
          </a:prstGeom>
          <a:solidFill>
            <a:srgbClr val="00CC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0BE8705C-668A-AE8F-EFF5-C70213AAEA30}"/>
              </a:ext>
            </a:extLst>
          </p:cNvPr>
          <p:cNvGrpSpPr/>
          <p:nvPr/>
        </p:nvGrpSpPr>
        <p:grpSpPr>
          <a:xfrm>
            <a:off x="6914058" y="5050573"/>
            <a:ext cx="507267" cy="507267"/>
            <a:chOff x="5833062" y="3977410"/>
            <a:chExt cx="2438399" cy="2438399"/>
          </a:xfrm>
        </p:grpSpPr>
        <p:sp>
          <p:nvSpPr>
            <p:cNvPr id="2" name="楕円 1">
              <a:extLst>
                <a:ext uri="{FF2B5EF4-FFF2-40B4-BE49-F238E27FC236}">
                  <a16:creationId xmlns:a16="http://schemas.microsoft.com/office/drawing/2014/main" id="{66B9E798-8D5E-26D3-2E63-05F1C085A321}"/>
                </a:ext>
              </a:extLst>
            </p:cNvPr>
            <p:cNvSpPr/>
            <p:nvPr/>
          </p:nvSpPr>
          <p:spPr>
            <a:xfrm>
              <a:off x="5833062" y="3977410"/>
              <a:ext cx="2438399" cy="2438399"/>
            </a:xfrm>
            <a:prstGeom prst="ellipse">
              <a:avLst/>
            </a:prstGeom>
            <a:solidFill>
              <a:schemeClr val="bg1">
                <a:alpha val="70000"/>
              </a:schemeClr>
            </a:solidFill>
            <a:ln w="15875">
              <a:solidFill>
                <a:schemeClr val="tx1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51820959-DB61-6AF1-7213-86CA9D33F816}"/>
                </a:ext>
              </a:extLst>
            </p:cNvPr>
            <p:cNvCxnSpPr>
              <a:cxnSpLocks/>
            </p:cNvCxnSpPr>
            <p:nvPr/>
          </p:nvCxnSpPr>
          <p:spPr>
            <a:xfrm>
              <a:off x="7052261" y="4176926"/>
              <a:ext cx="0" cy="2039366"/>
            </a:xfrm>
            <a:prstGeom prst="straightConnector1">
              <a:avLst/>
            </a:prstGeom>
            <a:ln w="15875">
              <a:solidFill>
                <a:schemeClr val="tx1"/>
              </a:solidFill>
              <a:headEnd type="arrow" w="lg" len="lg"/>
              <a:tailEnd type="arrow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14135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387</TotalTime>
  <Words>0</Words>
  <Application>Microsoft Office PowerPoint</Application>
  <PresentationFormat>ワイド画面</PresentationFormat>
  <Paragraphs>0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OPLO</dc:creator>
  <cp:lastModifiedBy>OPLO</cp:lastModifiedBy>
  <cp:revision>4</cp:revision>
  <dcterms:created xsi:type="dcterms:W3CDTF">2025-11-04T20:39:46Z</dcterms:created>
  <dcterms:modified xsi:type="dcterms:W3CDTF">2025-11-09T18:34:58Z</dcterms:modified>
</cp:coreProperties>
</file>