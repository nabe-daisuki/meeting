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25" d="100"/>
          <a:sy n="125" d="100"/>
        </p:scale>
        <p:origin x="-120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3B0B4D-17F2-C69C-1A15-E6E1B59D4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7A49D94-8851-75B5-0D28-B8EEBA735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DB9FE4-32ED-44AB-1D0E-E5CC2910E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1278F4-2C04-50C2-41DF-C2613722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5D8735-EB83-5F01-82DA-77ED1B5C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338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44C11E-50E7-3214-E27E-C8AC4F72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FA8494-2D63-A0DE-6C8C-2AAD69D49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3BB1E-8650-B04E-B5FC-C3CFD621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AF123B-CE43-5020-F232-456F57BF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6293B2-D4A1-5076-11BA-F26AA4CB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09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F0D419-8267-B239-9B68-B71643253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15B27F-1619-CA36-0C51-1B8099095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F7E79C-7801-9465-6BBA-B11739E9B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7C7C9D-DF12-048B-60AB-F086331A7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363616-B307-DE36-15C8-0E589545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149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9E8C92-855D-9E11-38EC-428419B1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40B781-74FA-7F18-DDB4-42B3BC393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85A069-F31E-8DC5-9238-302F27462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6A0FBE-8F21-ECB3-0944-B3F3330C5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76764D-BCAF-EC56-3D15-69217CB5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ED2173-6622-5A50-ADE8-0A2C740D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042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03184D-CD0B-16F5-7B53-A7699054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496945-D2C2-2CF5-404E-D70927A87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CFDAF5-8CFF-1DD1-5781-B6310FE24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5E283A0-CDAB-99F1-0FD7-45A124825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6BC9AB-8F16-D566-E08D-5CB12ED36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A68B63-0D2F-3A03-25CA-2045586AE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CCB563F-1C27-2AC9-4AE0-47AB8DB5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8878B2C-9267-DE8E-FAAF-458DF97D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D9E913-5C34-6599-0FFC-65E89510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0174CF3-25A5-A440-BEA9-5EC8F8CC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48A67B5-02A4-D751-4F23-D58DD5626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8F4609-9B3B-18AD-6244-85CD7F5CD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804E03-339E-97E7-ACC5-F0589319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4C0B78-9705-5805-00C9-8F5E59C2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A97EBD-8C1D-DDF7-A824-5DA8F744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32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A0DCA6-9694-D7E3-2C77-BC5A5D7E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F1FD09-9477-DA35-9B9C-010212399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4BD58B-E910-9DF1-2C67-7F9E95DE4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586F5E-7D14-D377-2641-01A64C3A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796761-48C8-2B36-7863-F6C4952EB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15031E-6B1D-1B27-884D-48FAFE99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496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F3A87F-F557-634D-C272-73A2F0FF3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3320B26-682C-3ADE-F3DF-6301C1FF3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467A3C-F0D3-11E0-13E2-1D59CA244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A2ABE2-8E02-6F3D-E6D9-C0BC6A430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CF02F2-562D-65C9-7F31-E01B1D04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BFDC69-2B39-8FD9-E1FA-3461835C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770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34656E-EFB6-25B9-D884-4297C518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BB0B18-09D6-3B01-187A-5DAFBF67A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1594FC-AA76-7E97-2806-1484CC7DF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C46465-87C7-8106-598A-E43B36BD3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96175F-88AA-0553-54A6-C39CB5B8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8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B327982-8C9C-E1FE-231C-04CCDDB6A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1309BC-417F-7BD0-19E0-D6C7E9889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33974D-F8AB-62CB-C490-0A05E5269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F5EC76-735E-FB96-D201-3946E053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47220C-A7B7-15F9-BC77-2A7D243FE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72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B01073F-C097-3ED7-415B-A10F7223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99DA4-3AAC-A52A-E62C-63E7B5A41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360E2A-2977-83EC-65BA-B2881AD27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1BD87-DAA7-4386-9D7B-95369EC0824A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53C27F-2EFD-6F32-D46F-FBCB606BE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989B21-527B-077C-23F1-2674978C6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C6C65-7534-43A2-AC18-E896577D32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97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microsoft.com/office/2007/relationships/hdphoto" Target="../media/hdphoto1.wdp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0315A59D-519D-2D50-E1E2-C4867EF86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385" y="798234"/>
            <a:ext cx="1294581" cy="1294581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86936CED-1053-9811-C129-86F148767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311" y="2105929"/>
            <a:ext cx="1294581" cy="1294581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BFEDD8B5-3372-5466-B991-6DD48A103E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275" y="3200663"/>
            <a:ext cx="2438611" cy="2438611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43FF6F49-CD72-FFFD-185C-13867C2DD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360" y="3578826"/>
            <a:ext cx="2438611" cy="2438611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A3DE02-A24B-7B05-CBDD-291A34F019BE}"/>
              </a:ext>
            </a:extLst>
          </p:cNvPr>
          <p:cNvSpPr/>
          <p:nvPr/>
        </p:nvSpPr>
        <p:spPr>
          <a:xfrm>
            <a:off x="3594849" y="4085008"/>
            <a:ext cx="2438399" cy="2438399"/>
          </a:xfrm>
          <a:prstGeom prst="rect">
            <a:avLst/>
          </a:prstGeom>
          <a:blipFill dpi="0" rotWithShape="1">
            <a:blip r:embed="rId6">
              <a:alphaModFix amt="28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2BC6453-6DA9-6062-24D9-830E56F289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239" y="2106763"/>
            <a:ext cx="1322237" cy="132223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B7B5AA0-4908-8D81-81E3-285C3137F6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313" y="4841685"/>
            <a:ext cx="1411869" cy="1411869"/>
          </a:xfrm>
          <a:prstGeom prst="rect">
            <a:avLst/>
          </a:prstGeom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FD52526F-142A-5CEE-C8EC-319DB7AC7E59}"/>
              </a:ext>
            </a:extLst>
          </p:cNvPr>
          <p:cNvGrpSpPr/>
          <p:nvPr/>
        </p:nvGrpSpPr>
        <p:grpSpPr>
          <a:xfrm>
            <a:off x="9510165" y="542928"/>
            <a:ext cx="1294581" cy="1294581"/>
            <a:chOff x="5448705" y="1915831"/>
            <a:chExt cx="1294581" cy="1294581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02E0FF2C-6025-EFDD-C2C9-21689B34B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9904"/>
            <a:stretch>
              <a:fillRect/>
            </a:stretch>
          </p:blipFill>
          <p:spPr>
            <a:xfrm>
              <a:off x="5448705" y="1915832"/>
              <a:ext cx="1294581" cy="648537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3247FD1-96A2-1360-CB27-13821405B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50055" b="1"/>
            <a:stretch>
              <a:fillRect/>
            </a:stretch>
          </p:blipFill>
          <p:spPr>
            <a:xfrm>
              <a:off x="5448705" y="1915831"/>
              <a:ext cx="646575" cy="1294581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E4C72AC9-694B-9B80-A41E-FDFE9F93C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37" t="28104" r="22776" b="36336"/>
            <a:stretch>
              <a:fillRect/>
            </a:stretch>
          </p:blipFill>
          <p:spPr>
            <a:xfrm>
              <a:off x="5803900" y="2279650"/>
              <a:ext cx="644526" cy="460354"/>
            </a:xfrm>
            <a:prstGeom prst="rect">
              <a:avLst/>
            </a:prstGeom>
          </p:spPr>
        </p:pic>
      </p:grpSp>
      <p:pic>
        <p:nvPicPr>
          <p:cNvPr id="11" name="図 10">
            <a:extLst>
              <a:ext uri="{FF2B5EF4-FFF2-40B4-BE49-F238E27FC236}">
                <a16:creationId xmlns:a16="http://schemas.microsoft.com/office/drawing/2014/main" id="{2D10F1D5-B216-1E80-C41F-A83DA43BA4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831" y="1525673"/>
            <a:ext cx="1294581" cy="1294581"/>
          </a:xfrm>
          <a:prstGeom prst="rect">
            <a:avLst/>
          </a:prstGeom>
        </p:spPr>
      </p:pic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63AEC27B-D748-F98B-76AB-0B631F8A81B9}"/>
              </a:ext>
            </a:extLst>
          </p:cNvPr>
          <p:cNvGrpSpPr/>
          <p:nvPr/>
        </p:nvGrpSpPr>
        <p:grpSpPr>
          <a:xfrm>
            <a:off x="1082396" y="2526217"/>
            <a:ext cx="1294581" cy="1294581"/>
            <a:chOff x="5431673" y="1913339"/>
            <a:chExt cx="1294581" cy="1294581"/>
          </a:xfrm>
        </p:grpSpPr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59623216-73B5-3F93-9C8D-B3A13AB78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515"/>
            <a:stretch>
              <a:fillRect/>
            </a:stretch>
          </p:blipFill>
          <p:spPr>
            <a:xfrm>
              <a:off x="5434851" y="1913339"/>
              <a:ext cx="718300" cy="1294581"/>
            </a:xfrm>
            <a:prstGeom prst="rect">
              <a:avLst/>
            </a:prstGeom>
          </p:spPr>
        </p:pic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EB36E0F9-86B8-913C-05D3-3B94E7DEA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5614"/>
            <a:stretch>
              <a:fillRect/>
            </a:stretch>
          </p:blipFill>
          <p:spPr>
            <a:xfrm>
              <a:off x="5431673" y="1913340"/>
              <a:ext cx="1294581" cy="704056"/>
            </a:xfrm>
            <a:prstGeom prst="rect">
              <a:avLst/>
            </a:prstGeom>
          </p:spPr>
        </p:pic>
      </p:grpSp>
      <p:pic>
        <p:nvPicPr>
          <p:cNvPr id="39" name="図 38">
            <a:extLst>
              <a:ext uri="{FF2B5EF4-FFF2-40B4-BE49-F238E27FC236}">
                <a16:creationId xmlns:a16="http://schemas.microsoft.com/office/drawing/2014/main" id="{F676F958-56F3-243B-A52B-F6B746D05D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169" y="2158912"/>
            <a:ext cx="1414800" cy="1414800"/>
          </a:xfrm>
          <a:prstGeom prst="rect">
            <a:avLst/>
          </a:prstGeom>
        </p:spPr>
      </p:pic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4ABBC7F8-C806-D4AE-F685-34CF888A09E1}"/>
              </a:ext>
            </a:extLst>
          </p:cNvPr>
          <p:cNvGrpSpPr/>
          <p:nvPr/>
        </p:nvGrpSpPr>
        <p:grpSpPr>
          <a:xfrm>
            <a:off x="5300865" y="1775790"/>
            <a:ext cx="2438401" cy="2438399"/>
            <a:chOff x="5300865" y="1775790"/>
            <a:chExt cx="2438401" cy="2438399"/>
          </a:xfrm>
        </p:grpSpPr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303B00E3-C6DE-AD83-955C-08CA97A7B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3617" y="2562262"/>
              <a:ext cx="1419564" cy="1419564"/>
            </a:xfrm>
            <a:prstGeom prst="rect">
              <a:avLst/>
            </a:prstGeom>
          </p:spPr>
        </p:pic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FF1C3961-5E10-C5AB-5D9B-A4E38C3410D3}"/>
                </a:ext>
              </a:extLst>
            </p:cNvPr>
            <p:cNvGrpSpPr/>
            <p:nvPr/>
          </p:nvGrpSpPr>
          <p:grpSpPr>
            <a:xfrm>
              <a:off x="5431673" y="1914069"/>
              <a:ext cx="1294581" cy="1294581"/>
              <a:chOff x="5438027" y="1915318"/>
              <a:chExt cx="1294581" cy="1294581"/>
            </a:xfrm>
          </p:grpSpPr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631DF765-BE4B-53E8-E845-EBE12A554B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r="45232"/>
              <a:stretch>
                <a:fillRect/>
              </a:stretch>
            </p:blipFill>
            <p:spPr>
              <a:xfrm>
                <a:off x="5444115" y="1915318"/>
                <a:ext cx="709035" cy="1294581"/>
              </a:xfrm>
              <a:prstGeom prst="rect">
                <a:avLst/>
              </a:prstGeom>
            </p:spPr>
          </p:pic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D850FDAF-1396-26C9-6C0B-1D47A0871D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" b="45616"/>
              <a:stretch>
                <a:fillRect/>
              </a:stretch>
            </p:blipFill>
            <p:spPr>
              <a:xfrm>
                <a:off x="5438027" y="1915319"/>
                <a:ext cx="1294581" cy="704056"/>
              </a:xfrm>
              <a:prstGeom prst="rect">
                <a:avLst/>
              </a:prstGeom>
            </p:spPr>
          </p:pic>
        </p:grp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8863E7AF-F672-A47C-926B-D1B6FC22EAF9}"/>
                </a:ext>
              </a:extLst>
            </p:cNvPr>
            <p:cNvSpPr/>
            <p:nvPr/>
          </p:nvSpPr>
          <p:spPr>
            <a:xfrm>
              <a:off x="5300865" y="1775790"/>
              <a:ext cx="2438399" cy="24383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9AE1A03B-7237-C2B3-8A0F-8FC311128126}"/>
                </a:ext>
              </a:extLst>
            </p:cNvPr>
            <p:cNvSpPr/>
            <p:nvPr/>
          </p:nvSpPr>
          <p:spPr>
            <a:xfrm>
              <a:off x="5300867" y="1775791"/>
              <a:ext cx="2438399" cy="24383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A03934AF-8C95-45CC-E380-35C7873A6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-100000"/>
                      </a14:imgEffect>
                      <a14:imgEffect>
                        <a14:colorTemperature colorTemp="11500"/>
                      </a14:imgEffect>
                      <a14:imgEffect>
                        <a14:saturation sat="6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045588">
              <a:off x="5857922" y="2761319"/>
              <a:ext cx="774999" cy="937273"/>
            </a:xfrm>
            <a:prstGeom prst="rect">
              <a:avLst/>
            </a:prstGeom>
          </p:spPr>
        </p:pic>
      </p:grp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2FFB0812-1CCE-813C-18B1-C40136FBF2A1}"/>
              </a:ext>
            </a:extLst>
          </p:cNvPr>
          <p:cNvSpPr/>
          <p:nvPr/>
        </p:nvSpPr>
        <p:spPr>
          <a:xfrm>
            <a:off x="2615564" y="826426"/>
            <a:ext cx="914400" cy="914400"/>
          </a:xfrm>
          <a:prstGeom prst="rect">
            <a:avLst/>
          </a:prstGeom>
          <a:solidFill>
            <a:srgbClr val="00C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0BE8705C-668A-AE8F-EFF5-C70213AAEA30}"/>
              </a:ext>
            </a:extLst>
          </p:cNvPr>
          <p:cNvGrpSpPr/>
          <p:nvPr/>
        </p:nvGrpSpPr>
        <p:grpSpPr>
          <a:xfrm>
            <a:off x="6914058" y="5050573"/>
            <a:ext cx="507267" cy="507267"/>
            <a:chOff x="5833062" y="3977410"/>
            <a:chExt cx="2438399" cy="2438399"/>
          </a:xfrm>
        </p:grpSpPr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66B9E798-8D5E-26D3-2E63-05F1C085A321}"/>
                </a:ext>
              </a:extLst>
            </p:cNvPr>
            <p:cNvSpPr/>
            <p:nvPr/>
          </p:nvSpPr>
          <p:spPr>
            <a:xfrm>
              <a:off x="5833062" y="3977410"/>
              <a:ext cx="2438399" cy="2438399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 w="15875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51820959-DB61-6AF1-7213-86CA9D33F816}"/>
                </a:ext>
              </a:extLst>
            </p:cNvPr>
            <p:cNvCxnSpPr>
              <a:cxnSpLocks/>
            </p:cNvCxnSpPr>
            <p:nvPr/>
          </p:nvCxnSpPr>
          <p:spPr>
            <a:xfrm>
              <a:off x="7052261" y="4176926"/>
              <a:ext cx="0" cy="2039366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arrow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413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OPLO</dc:creator>
  <cp:lastModifiedBy>OPLO</cp:lastModifiedBy>
  <cp:revision>5</cp:revision>
  <dcterms:created xsi:type="dcterms:W3CDTF">2025-11-04T20:39:46Z</dcterms:created>
  <dcterms:modified xsi:type="dcterms:W3CDTF">2025-11-16T22:20:15Z</dcterms:modified>
</cp:coreProperties>
</file>