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3B0B4D-17F2-C69C-1A15-E6E1B59D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7A49D94-8851-75B5-0D28-B8EEBA7353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DB9FE4-32ED-44AB-1D0E-E5CC2910E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1278F4-2C04-50C2-41DF-C26137224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5D8735-EB83-5F01-82DA-77ED1B5C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9338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44C11E-50E7-3214-E27E-C8AC4F72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FA8494-2D63-A0DE-6C8C-2AAD69D49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C3BB1E-8650-B04E-B5FC-C3CFD621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AF123B-CE43-5020-F232-456F57BF7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6293B2-D4A1-5076-11BA-F26AA4CB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094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F0D419-8267-B239-9B68-B71643253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15B27F-1619-CA36-0C51-1B8099095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7E79C-7801-9465-6BBA-B11739E9B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7C7C9D-DF12-048B-60AB-F086331A7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363616-B307-DE36-15C8-0E589545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1494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9E8C92-855D-9E11-38EC-428419B15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40B781-74FA-7F18-DDB4-42B3BC393E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985A069-F31E-8DC5-9238-302F274627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56A0FBE-8F21-ECB3-0944-B3F3330C5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76764D-BCAF-EC56-3D15-69217CB52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ED2173-6622-5A50-ADE8-0A2C740D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042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03184D-CD0B-16F5-7B53-A76990546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496945-D2C2-2CF5-404E-D70927A87F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CFDAF5-8CFF-1DD1-5781-B6310FE24D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5E283A0-CDAB-99F1-0FD7-45A124825B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6BC9AB-8F16-D566-E08D-5CB12ED363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3A68B63-0D2F-3A03-25CA-2045586AE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CCB563F-1C27-2AC9-4AE0-47AB8DB58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8878B2C-9267-DE8E-FAAF-458DF97D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2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D9E913-5C34-6599-0FFC-65E89510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0174CF3-25A5-A440-BEA9-5EC8F8CC3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48A67B5-02A4-D751-4F23-D58DD5626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8F4609-9B3B-18AD-6244-85CD7F5CD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9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804E03-339E-97E7-ACC5-F0589319A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4C0B78-9705-5805-00C9-8F5E59C20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A97EBD-8C1D-DDF7-A824-5DA8F7444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321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A0DCA6-9694-D7E3-2C77-BC5A5D7E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F1FD09-9477-DA35-9B9C-010212399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94BD58B-E910-9DF1-2C67-7F9E95DE4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5586F5E-7D14-D377-2641-01A64C3A3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796761-48C8-2B36-7863-F6C4952EB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15031E-6B1D-1B27-884D-48FAFE99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5496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F3A87F-F557-634D-C272-73A2F0FF3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3320B26-682C-3ADE-F3DF-6301C1FF3F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467A3C-F0D3-11E0-13E2-1D59CA244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A2ABE2-8E02-6F3D-E6D9-C0BC6A430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BCF02F2-562D-65C9-7F31-E01B1D04A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BFDC69-2B39-8FD9-E1FA-3461835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770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34656E-EFB6-25B9-D884-4297C518C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2BB0B18-09D6-3B01-187A-5DAFBF67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1594FC-AA76-7E97-2806-1484CC7DF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C46465-87C7-8106-598A-E43B36BD3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96175F-88AA-0553-54A6-C39CB5B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81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B327982-8C9C-E1FE-231C-04CCDDB6A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1309BC-417F-7BD0-19E0-D6C7E9889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33974D-F8AB-62CB-C490-0A05E5269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F5EC76-735E-FB96-D201-3946E0538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7220C-A7B7-15F9-BC77-2A7D243FE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1725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B01073F-C097-3ED7-415B-A10F72232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699DA4-3AAC-A52A-E62C-63E7B5A41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360E2A-2977-83EC-65BA-B2881AD273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71BD87-DAA7-4386-9D7B-95369EC0824A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53C27F-2EFD-6F32-D46F-FBCB606BE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989B21-527B-077C-23F1-2674978C6A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979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3A3DE02-A24B-7B05-CBDD-291A34F019BE}"/>
              </a:ext>
            </a:extLst>
          </p:cNvPr>
          <p:cNvSpPr/>
          <p:nvPr/>
        </p:nvSpPr>
        <p:spPr>
          <a:xfrm>
            <a:off x="1569346" y="2359627"/>
            <a:ext cx="2438399" cy="2438399"/>
          </a:xfrm>
          <a:prstGeom prst="rect">
            <a:avLst/>
          </a:prstGeom>
          <a:blipFill dpi="0" rotWithShape="1">
            <a:blip r:embed="rId2">
              <a:alphaModFix amt="28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2BC6453-6DA9-6062-24D9-830E56F28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239" y="2106763"/>
            <a:ext cx="1322237" cy="132223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B7B5AA0-4908-8D81-81E3-285C3137F6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340" y="4336673"/>
            <a:ext cx="1678387" cy="1678387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315A59D-519D-2D50-E1E2-C4867EF86F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262" y="716932"/>
            <a:ext cx="1294581" cy="1294581"/>
          </a:xfrm>
          <a:prstGeom prst="rect">
            <a:avLst/>
          </a:prstGeom>
        </p:spPr>
      </p:pic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254C6DDE-B54C-1EA7-9CA5-155E08C2DCBA}"/>
              </a:ext>
            </a:extLst>
          </p:cNvPr>
          <p:cNvGrpSpPr/>
          <p:nvPr/>
        </p:nvGrpSpPr>
        <p:grpSpPr>
          <a:xfrm>
            <a:off x="5300865" y="1775790"/>
            <a:ext cx="2438401" cy="2438399"/>
            <a:chOff x="5300865" y="1775790"/>
            <a:chExt cx="2438401" cy="2438399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86936CED-1053-9811-C129-86F148767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8707" y="1915833"/>
              <a:ext cx="1294581" cy="1294581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27992559-FDF7-26A6-3B60-60AB66A92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5285" y="2564372"/>
              <a:ext cx="1411867" cy="1411867"/>
            </a:xfrm>
            <a:prstGeom prst="rect">
              <a:avLst/>
            </a:prstGeom>
          </p:spPr>
        </p:pic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8863E7AF-F672-A47C-926B-D1B6FC22EAF9}"/>
                </a:ext>
              </a:extLst>
            </p:cNvPr>
            <p:cNvSpPr/>
            <p:nvPr/>
          </p:nvSpPr>
          <p:spPr>
            <a:xfrm>
              <a:off x="5300865" y="1775790"/>
              <a:ext cx="2438399" cy="24383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9AE1A03B-7237-C2B3-8A0F-8FC311128126}"/>
                </a:ext>
              </a:extLst>
            </p:cNvPr>
            <p:cNvSpPr/>
            <p:nvPr/>
          </p:nvSpPr>
          <p:spPr>
            <a:xfrm>
              <a:off x="5300867" y="1775791"/>
              <a:ext cx="2438399" cy="24383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03934AF-8C95-45CC-E380-35C7873A6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-100000"/>
                      </a14:imgEffect>
                      <a14:imgEffect>
                        <a14:colorTemperature colorTemp="11500"/>
                      </a14:imgEffect>
                      <a14:imgEffect>
                        <a14:saturation sat="6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7045588">
              <a:off x="5857922" y="2761319"/>
              <a:ext cx="774999" cy="9372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413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OPLO</dc:creator>
  <cp:lastModifiedBy>OPLO</cp:lastModifiedBy>
  <cp:revision>1</cp:revision>
  <dcterms:created xsi:type="dcterms:W3CDTF">2025-11-04T20:39:46Z</dcterms:created>
  <dcterms:modified xsi:type="dcterms:W3CDTF">2025-11-04T21:49:22Z</dcterms:modified>
</cp:coreProperties>
</file>